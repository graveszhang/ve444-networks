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FD73B-7D27-4F1E-B93D-2A8F6709A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855DDD-A133-4D81-A58A-7D6788848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DF0C39-769C-4B01-A519-54E3945B4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3909-778F-442E-A2E5-7C05724ED5FC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A1B200-1E40-479C-9D90-A5B076A96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24E5C1-FC71-4874-8898-E1C5DA0E4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F628-99BB-4B42-BA5E-50F9EEBEE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25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EED55F-3A80-4FEB-B353-D4FB96259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8806AB-06F0-4F68-9D22-0C97B4D99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215CF8-5FF6-41E4-A7AE-8BCEDEC55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3909-778F-442E-A2E5-7C05724ED5FC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548239-2F88-41A1-80C5-032E66BBD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F0C603-D065-405E-85A4-832588AAE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F628-99BB-4B42-BA5E-50F9EEBEE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970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59FCC-A6BB-4453-A356-8DE707AA8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639BA7-7B40-4A95-9C1D-0A64FC116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61AF58-FB5A-473C-817E-E6B650DB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3909-778F-442E-A2E5-7C05724ED5FC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7A1BE5-EC24-4FA7-8B46-CEB8862E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DE9087-02B3-4FCE-BCDE-6D716ACF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F628-99BB-4B42-BA5E-50F9EEBEE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458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0E3F1-53B9-49CE-BA1D-5C7004CE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DE3FC6-89A5-4544-BD09-BED7954B7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C41128-8710-4059-AE7B-826E1D767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624991-7711-4367-9D56-FD26996C7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3909-778F-442E-A2E5-7C05724ED5FC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2FF300-27A7-40C2-A5D3-8EE8C4F4B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8CC2DF-D4F4-4AD9-B46F-2EC996B46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F628-99BB-4B42-BA5E-50F9EEBEE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950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D1FCF-A9DD-4B82-9EF7-36B799B40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668D4C-4644-4CB7-9C40-D6643B7DB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05738F-0B78-49CB-B026-F3EF6D373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29F7D4-4ED7-49BC-AE51-46ECAF6AF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7353B5-DC6D-4DAD-9C66-2A3DC4346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6DE46B-8C41-4E5C-83D9-664B8547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3909-778F-442E-A2E5-7C05724ED5FC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FBC623D-FD23-49A5-B58D-129580E3B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DAF4D8-2134-4732-BF86-1D795AEB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F628-99BB-4B42-BA5E-50F9EEBEE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643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F425A-D1C5-464B-8EB6-2E31D505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A7812B-56C6-4526-9EC0-BE34F896C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3909-778F-442E-A2E5-7C05724ED5FC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E35C32-B52F-4199-9E2C-A04C4A29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A29584-1C64-4958-B779-AC619F5A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F628-99BB-4B42-BA5E-50F9EEBEE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70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00EC09-9AA1-4D56-9D46-60CB1364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3909-778F-442E-A2E5-7C05724ED5FC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2B4D6C-3769-4626-A5C1-D12C05A1B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9A206A-1FE1-4B42-8E48-18F5BA0D9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F628-99BB-4B42-BA5E-50F9EEBEE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57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BFBDF-8A6F-4B6B-9607-0BEB41301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C003F-AA89-4482-84B8-5CF1FD9F1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46DFCA-9DEA-430B-83B4-343692642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A0A3A7-CF67-4942-9880-FA2EB88C7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3909-778F-442E-A2E5-7C05724ED5FC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2729CD-68A1-4F84-81E8-CAFA5E3C4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EA499F-84E7-416E-873B-18AF1971E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F628-99BB-4B42-BA5E-50F9EEBEE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22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DF7F0C-E70E-4207-9EAD-72B0584B1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832DE7D-671B-485E-BB1E-3CF1DBEF8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735A1C-A8EC-4F83-89C6-6E09B5CAE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BC6741-29DB-4152-84C8-AE38D7FCB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3909-778F-442E-A2E5-7C05724ED5FC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57A634-9476-4942-B3CE-DC74D2D70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6DCEEF-FBAE-4784-BD04-90C30340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F628-99BB-4B42-BA5E-50F9EEBEE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74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3647E-AA18-4F28-90A3-E204211E0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F207BC-A524-4909-8F92-26F17887A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C5E9C6-7D0A-4507-A5B3-18B0499D7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3909-778F-442E-A2E5-7C05724ED5FC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4191D0-2075-4E83-88A6-170F1193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27DEE0-3F3E-4B5C-B613-925CDE97C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F628-99BB-4B42-BA5E-50F9EEBEE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5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C3C1BA-17B0-4581-AF3F-D6B256AC91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E6A8EF-9CD6-471D-A328-620901CE2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1A24B0-E59D-4604-AD7A-AB1CE374A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3909-778F-442E-A2E5-7C05724ED5FC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473C15-67D7-4A1F-B983-9B02CF573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112C93-346E-40EB-BE3F-AE810B7C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F628-99BB-4B42-BA5E-50F9EEBEE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291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39B1305-F2B5-44DD-BC29-18327C934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37D2A7-69F7-4BF3-8288-61F589D62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9629D4-A3D0-462B-8EBE-04DCBF5513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33909-778F-442E-A2E5-7C05724ED5FC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AB8846-7079-4891-9C35-440E22CD9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BA763E-8E85-466A-8EBF-3EF38EE8C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F628-99BB-4B42-BA5E-50F9EEBEE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348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7F4CB78-AB21-4D24-9D18-6D2F8BA5DD37}"/>
              </a:ext>
            </a:extLst>
          </p:cNvPr>
          <p:cNvSpPr/>
          <p:nvPr/>
        </p:nvSpPr>
        <p:spPr>
          <a:xfrm>
            <a:off x="1747944" y="2752107"/>
            <a:ext cx="2016534" cy="77355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COVID-19 Data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8EF570-BE6A-465B-86AC-CC356B227925}"/>
              </a:ext>
            </a:extLst>
          </p:cNvPr>
          <p:cNvSpPr/>
          <p:nvPr/>
        </p:nvSpPr>
        <p:spPr>
          <a:xfrm>
            <a:off x="7093528" y="2176153"/>
            <a:ext cx="1567542" cy="575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Prediction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F7AECF-4D99-4E0A-9C10-31E3B3F548C7}"/>
              </a:ext>
            </a:extLst>
          </p:cNvPr>
          <p:cNvSpPr/>
          <p:nvPr/>
        </p:nvSpPr>
        <p:spPr>
          <a:xfrm>
            <a:off x="4257306" y="3528980"/>
            <a:ext cx="1567542" cy="575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GNN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A9DB70-B8C7-4BD6-B33F-4F606FDB0AEF}"/>
              </a:ext>
            </a:extLst>
          </p:cNvPr>
          <p:cNvSpPr/>
          <p:nvPr/>
        </p:nvSpPr>
        <p:spPr>
          <a:xfrm>
            <a:off x="4249387" y="2176153"/>
            <a:ext cx="1567542" cy="575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SIR model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CC19F3-0E6F-4423-AC4D-CED309C44580}"/>
              </a:ext>
            </a:extLst>
          </p:cNvPr>
          <p:cNvSpPr/>
          <p:nvPr/>
        </p:nvSpPr>
        <p:spPr>
          <a:xfrm>
            <a:off x="7093528" y="3525661"/>
            <a:ext cx="1567542" cy="575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Prediction</a:t>
            </a:r>
            <a:endParaRPr lang="zh-CN" altLang="en-US" dirty="0"/>
          </a:p>
        </p:txBody>
      </p: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5A3780CE-3AB3-485D-9AF3-5712E642999D}"/>
              </a:ext>
            </a:extLst>
          </p:cNvPr>
          <p:cNvCxnSpPr>
            <a:cxnSpLocks/>
            <a:stCxn id="4" idx="2"/>
            <a:endCxn id="8" idx="1"/>
          </p:cNvCxnSpPr>
          <p:nvPr/>
        </p:nvCxnSpPr>
        <p:spPr>
          <a:xfrm rot="16200000" flipH="1">
            <a:off x="3361111" y="2920761"/>
            <a:ext cx="291295" cy="15010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1E83D753-7934-4699-A82C-A4AC8F1A4EC6}"/>
              </a:ext>
            </a:extLst>
          </p:cNvPr>
          <p:cNvCxnSpPr>
            <a:cxnSpLocks/>
            <a:stCxn id="4" idx="0"/>
            <a:endCxn id="11" idx="1"/>
          </p:cNvCxnSpPr>
          <p:nvPr/>
        </p:nvCxnSpPr>
        <p:spPr>
          <a:xfrm rot="5400000" flipH="1" flipV="1">
            <a:off x="3358811" y="1861531"/>
            <a:ext cx="287977" cy="1493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5F93C06-0877-4A75-997B-7D066583ECE3}"/>
              </a:ext>
            </a:extLst>
          </p:cNvPr>
          <p:cNvCxnSpPr>
            <a:stCxn id="11" idx="3"/>
            <a:endCxn id="5" idx="1"/>
          </p:cNvCxnSpPr>
          <p:nvPr/>
        </p:nvCxnSpPr>
        <p:spPr>
          <a:xfrm>
            <a:off x="5816929" y="2464130"/>
            <a:ext cx="1276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040A372-DBFA-4DF0-862E-8E5461D2CDFB}"/>
              </a:ext>
            </a:extLst>
          </p:cNvPr>
          <p:cNvCxnSpPr>
            <a:cxnSpLocks/>
          </p:cNvCxnSpPr>
          <p:nvPr/>
        </p:nvCxnSpPr>
        <p:spPr>
          <a:xfrm flipV="1">
            <a:off x="5832767" y="3917939"/>
            <a:ext cx="1268680" cy="3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6F20DAA0-BDA2-45AC-BFCD-3A0F9CD0DCFC}"/>
              </a:ext>
            </a:extLst>
          </p:cNvPr>
          <p:cNvSpPr txBox="1"/>
          <p:nvPr/>
        </p:nvSpPr>
        <p:spPr>
          <a:xfrm>
            <a:off x="5882795" y="2176153"/>
            <a:ext cx="1144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Regression</a:t>
            </a:r>
            <a:endParaRPr lang="zh-CN" altLang="en-US" sz="16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7531E61-66AC-4F0D-B1E1-654BEE4AD262}"/>
              </a:ext>
            </a:extLst>
          </p:cNvPr>
          <p:cNvSpPr/>
          <p:nvPr/>
        </p:nvSpPr>
        <p:spPr>
          <a:xfrm>
            <a:off x="4249387" y="4393871"/>
            <a:ext cx="1567542" cy="5759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Baseline</a:t>
            </a:r>
            <a:endParaRPr lang="zh-CN" altLang="en-US" dirty="0"/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AF94374D-6079-434E-B62D-3BF14498EA05}"/>
              </a:ext>
            </a:extLst>
          </p:cNvPr>
          <p:cNvCxnSpPr>
            <a:stCxn id="4" idx="2"/>
            <a:endCxn id="29" idx="1"/>
          </p:cNvCxnSpPr>
          <p:nvPr/>
        </p:nvCxnSpPr>
        <p:spPr>
          <a:xfrm rot="16200000" flipH="1">
            <a:off x="2924706" y="3357167"/>
            <a:ext cx="1156186" cy="14931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59283360-F229-4CFB-8BA2-10C7119549E5}"/>
              </a:ext>
            </a:extLst>
          </p:cNvPr>
          <p:cNvCxnSpPr>
            <a:stCxn id="29" idx="3"/>
            <a:endCxn id="13" idx="2"/>
          </p:cNvCxnSpPr>
          <p:nvPr/>
        </p:nvCxnSpPr>
        <p:spPr>
          <a:xfrm flipV="1">
            <a:off x="5816929" y="4101615"/>
            <a:ext cx="2060370" cy="5802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118DBF8D-8A5E-4FB6-9E4C-F7DB46A6DBCD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5400000">
            <a:off x="6070752" y="1722432"/>
            <a:ext cx="776873" cy="28362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7CDC81BB-CEAE-4268-B9B0-B4676DCBBFA4}"/>
              </a:ext>
            </a:extLst>
          </p:cNvPr>
          <p:cNvCxnSpPr>
            <a:cxnSpLocks/>
          </p:cNvCxnSpPr>
          <p:nvPr/>
        </p:nvCxnSpPr>
        <p:spPr>
          <a:xfrm flipH="1">
            <a:off x="5820887" y="3744219"/>
            <a:ext cx="12686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3F3E74DF-C6AE-4782-9B67-A3D4C7FE63D7}"/>
              </a:ext>
            </a:extLst>
          </p:cNvPr>
          <p:cNvSpPr txBox="1"/>
          <p:nvPr/>
        </p:nvSpPr>
        <p:spPr>
          <a:xfrm>
            <a:off x="6188114" y="3429000"/>
            <a:ext cx="580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train</a:t>
            </a:r>
            <a:endParaRPr lang="zh-CN" altLang="en-US" sz="16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385A093-0F90-4382-B168-E900636938A0}"/>
              </a:ext>
            </a:extLst>
          </p:cNvPr>
          <p:cNvSpPr txBox="1"/>
          <p:nvPr/>
        </p:nvSpPr>
        <p:spPr>
          <a:xfrm>
            <a:off x="6191887" y="3867320"/>
            <a:ext cx="5804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test</a:t>
            </a:r>
            <a:endParaRPr lang="zh-CN" altLang="en-US" sz="18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7D8BB66-9FA6-4BED-A1AA-09639D487431}"/>
              </a:ext>
            </a:extLst>
          </p:cNvPr>
          <p:cNvSpPr txBox="1"/>
          <p:nvPr/>
        </p:nvSpPr>
        <p:spPr>
          <a:xfrm>
            <a:off x="6295406" y="4356442"/>
            <a:ext cx="1089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compare</a:t>
            </a:r>
            <a:endParaRPr lang="zh-CN" altLang="en-US" sz="18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4E1E73E-1FB2-4C4D-8A79-A19DF2795B19}"/>
              </a:ext>
            </a:extLst>
          </p:cNvPr>
          <p:cNvSpPr txBox="1"/>
          <p:nvPr/>
        </p:nvSpPr>
        <p:spPr>
          <a:xfrm>
            <a:off x="5953166" y="2813267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featurization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46072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gRAVE CN7</dc:creator>
  <cp:lastModifiedBy>gRAVE CN7</cp:lastModifiedBy>
  <cp:revision>3</cp:revision>
  <dcterms:created xsi:type="dcterms:W3CDTF">2020-10-20T15:38:03Z</dcterms:created>
  <dcterms:modified xsi:type="dcterms:W3CDTF">2020-10-20T15:53:44Z</dcterms:modified>
</cp:coreProperties>
</file>