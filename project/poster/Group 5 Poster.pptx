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 id="2147483671" r:id="rId2"/>
  </p:sldMasterIdLst>
  <p:notesMasterIdLst>
    <p:notesMasterId r:id="rId6"/>
  </p:notesMasterIdLst>
  <p:sldIdLst>
    <p:sldId id="256" r:id="rId3"/>
    <p:sldId id="257" r:id="rId4"/>
    <p:sldId id="258" r:id="rId5"/>
  </p:sldIdLst>
  <p:sldSz cx="14760575" cy="21599525"/>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803">
          <p15:clr>
            <a:srgbClr val="A4A3A4"/>
          </p15:clr>
        </p15:guide>
        <p15:guide id="2" pos="464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BEC0FB4-BA3E-45C6-9F64-C9822E596A92}">
  <a:tblStyle styleId="{BBEC0FB4-BA3E-45C6-9F64-C9822E596A9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snapToGrid="0">
      <p:cViewPr>
        <p:scale>
          <a:sx n="80" d="100"/>
          <a:sy n="80" d="100"/>
        </p:scale>
        <p:origin x="1704" y="-640"/>
      </p:cViewPr>
      <p:guideLst>
        <p:guide orient="horz" pos="6803"/>
        <p:guide pos="464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57757" y="685800"/>
            <a:ext cx="2343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aed0f63b9f_2_75:notes"/>
          <p:cNvSpPr>
            <a:spLocks noGrp="1" noRot="1" noChangeAspect="1"/>
          </p:cNvSpPr>
          <p:nvPr>
            <p:ph type="sldImg" idx="2"/>
          </p:nvPr>
        </p:nvSpPr>
        <p:spPr>
          <a:xfrm>
            <a:off x="2257425" y="685800"/>
            <a:ext cx="23431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gaed0f63b9f_2_7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gaed0f63b9f_2_7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aefc12a09f_1_2:notes"/>
          <p:cNvSpPr>
            <a:spLocks noGrp="1" noRot="1" noChangeAspect="1"/>
          </p:cNvSpPr>
          <p:nvPr>
            <p:ph type="sldImg" idx="2"/>
          </p:nvPr>
        </p:nvSpPr>
        <p:spPr>
          <a:xfrm>
            <a:off x="2257435" y="685800"/>
            <a:ext cx="23433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gaefc12a09f_1_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aefc12a09f_1_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aeda4701ed_0_1:notes"/>
          <p:cNvSpPr>
            <a:spLocks noGrp="1" noRot="1" noChangeAspect="1"/>
          </p:cNvSpPr>
          <p:nvPr>
            <p:ph type="sldImg" idx="2"/>
          </p:nvPr>
        </p:nvSpPr>
        <p:spPr>
          <a:xfrm>
            <a:off x="2257757" y="685800"/>
            <a:ext cx="2343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aeda4701ed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503151" y="3126824"/>
            <a:ext cx="13753200" cy="8619300"/>
          </a:xfrm>
          <a:prstGeom prst="rect">
            <a:avLst/>
          </a:prstGeom>
        </p:spPr>
        <p:txBody>
          <a:bodyPr spcFirstLastPara="1" wrap="square" lIns="187150" tIns="187150" rIns="187150" bIns="187150" anchor="b" anchorCtr="0">
            <a:noAutofit/>
          </a:bodyPr>
          <a:lstStyle>
            <a:lvl1pPr lvl="0" algn="ctr">
              <a:spcBef>
                <a:spcPts val="0"/>
              </a:spcBef>
              <a:spcAft>
                <a:spcPts val="0"/>
              </a:spcAft>
              <a:buSzPts val="10400"/>
              <a:buNone/>
              <a:defRPr sz="10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a:endParaRPr/>
          </a:p>
        </p:txBody>
      </p:sp>
      <p:sp>
        <p:nvSpPr>
          <p:cNvPr id="11" name="Google Shape;11;p2"/>
          <p:cNvSpPr txBox="1">
            <a:spLocks noGrp="1"/>
          </p:cNvSpPr>
          <p:nvPr>
            <p:ph type="subTitle" idx="1"/>
          </p:nvPr>
        </p:nvSpPr>
        <p:spPr>
          <a:xfrm>
            <a:off x="503138" y="11901837"/>
            <a:ext cx="13753200" cy="3329400"/>
          </a:xfrm>
          <a:prstGeom prst="rect">
            <a:avLst/>
          </a:prstGeom>
        </p:spPr>
        <p:txBody>
          <a:bodyPr spcFirstLastPara="1" wrap="square" lIns="187150" tIns="187150" rIns="187150" bIns="187150" anchor="t" anchorCtr="0">
            <a:noAutofit/>
          </a:bodyPr>
          <a:lstStyle>
            <a:lvl1pPr lvl="0" algn="ctr">
              <a:lnSpc>
                <a:spcPct val="100000"/>
              </a:lnSpc>
              <a:spcBef>
                <a:spcPts val="0"/>
              </a:spcBef>
              <a:spcAft>
                <a:spcPts val="0"/>
              </a:spcAft>
              <a:buSzPts val="5800"/>
              <a:buNone/>
              <a:defRPr sz="5800"/>
            </a:lvl1pPr>
            <a:lvl2pPr lvl="1" algn="ctr">
              <a:lnSpc>
                <a:spcPct val="100000"/>
              </a:lnSpc>
              <a:spcBef>
                <a:spcPts val="0"/>
              </a:spcBef>
              <a:spcAft>
                <a:spcPts val="0"/>
              </a:spcAft>
              <a:buSzPts val="5800"/>
              <a:buNone/>
              <a:defRPr sz="5800"/>
            </a:lvl2pPr>
            <a:lvl3pPr lvl="2" algn="ctr">
              <a:lnSpc>
                <a:spcPct val="100000"/>
              </a:lnSpc>
              <a:spcBef>
                <a:spcPts val="0"/>
              </a:spcBef>
              <a:spcAft>
                <a:spcPts val="0"/>
              </a:spcAft>
              <a:buSzPts val="5800"/>
              <a:buNone/>
              <a:defRPr sz="5800"/>
            </a:lvl3pPr>
            <a:lvl4pPr lvl="3" algn="ctr">
              <a:lnSpc>
                <a:spcPct val="100000"/>
              </a:lnSpc>
              <a:spcBef>
                <a:spcPts val="0"/>
              </a:spcBef>
              <a:spcAft>
                <a:spcPts val="0"/>
              </a:spcAft>
              <a:buSzPts val="5800"/>
              <a:buNone/>
              <a:defRPr sz="5800"/>
            </a:lvl4pPr>
            <a:lvl5pPr lvl="4" algn="ctr">
              <a:lnSpc>
                <a:spcPct val="100000"/>
              </a:lnSpc>
              <a:spcBef>
                <a:spcPts val="0"/>
              </a:spcBef>
              <a:spcAft>
                <a:spcPts val="0"/>
              </a:spcAft>
              <a:buSzPts val="5800"/>
              <a:buNone/>
              <a:defRPr sz="5800"/>
            </a:lvl5pPr>
            <a:lvl6pPr lvl="5" algn="ctr">
              <a:lnSpc>
                <a:spcPct val="100000"/>
              </a:lnSpc>
              <a:spcBef>
                <a:spcPts val="0"/>
              </a:spcBef>
              <a:spcAft>
                <a:spcPts val="0"/>
              </a:spcAft>
              <a:buSzPts val="5800"/>
              <a:buNone/>
              <a:defRPr sz="5800"/>
            </a:lvl6pPr>
            <a:lvl7pPr lvl="6" algn="ctr">
              <a:lnSpc>
                <a:spcPct val="100000"/>
              </a:lnSpc>
              <a:spcBef>
                <a:spcPts val="0"/>
              </a:spcBef>
              <a:spcAft>
                <a:spcPts val="0"/>
              </a:spcAft>
              <a:buSzPts val="5800"/>
              <a:buNone/>
              <a:defRPr sz="5800"/>
            </a:lvl7pPr>
            <a:lvl8pPr lvl="7" algn="ctr">
              <a:lnSpc>
                <a:spcPct val="100000"/>
              </a:lnSpc>
              <a:spcBef>
                <a:spcPts val="0"/>
              </a:spcBef>
              <a:spcAft>
                <a:spcPts val="0"/>
              </a:spcAft>
              <a:buSzPts val="5800"/>
              <a:buNone/>
              <a:defRPr sz="5800"/>
            </a:lvl8pPr>
            <a:lvl9pPr lvl="8" algn="ctr">
              <a:lnSpc>
                <a:spcPct val="100000"/>
              </a:lnSpc>
              <a:spcBef>
                <a:spcPts val="0"/>
              </a:spcBef>
              <a:spcAft>
                <a:spcPts val="0"/>
              </a:spcAft>
              <a:buSzPts val="5800"/>
              <a:buNone/>
              <a:defRPr sz="5800"/>
            </a:lvl9pPr>
          </a:lstStyle>
          <a:p>
            <a:endParaRPr/>
          </a:p>
        </p:txBody>
      </p:sp>
      <p:sp>
        <p:nvSpPr>
          <p:cNvPr id="12" name="Google Shape;12;p2"/>
          <p:cNvSpPr txBox="1">
            <a:spLocks noGrp="1"/>
          </p:cNvSpPr>
          <p:nvPr>
            <p:ph type="sldNum" idx="12"/>
          </p:nvPr>
        </p:nvSpPr>
        <p:spPr>
          <a:xfrm>
            <a:off x="13676015" y="19583063"/>
            <a:ext cx="886200" cy="1651800"/>
          </a:xfrm>
          <a:prstGeom prst="rect">
            <a:avLst/>
          </a:prstGeom>
        </p:spPr>
        <p:txBody>
          <a:bodyPr spcFirstLastPara="1" wrap="square" lIns="187150" tIns="187150" rIns="187150" bIns="1871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503138" y="9032441"/>
            <a:ext cx="13753200" cy="3535200"/>
          </a:xfrm>
          <a:prstGeom prst="rect">
            <a:avLst/>
          </a:prstGeom>
        </p:spPr>
        <p:txBody>
          <a:bodyPr spcFirstLastPara="1" wrap="square" lIns="187150" tIns="187150" rIns="187150" bIns="187150" anchor="ctr" anchorCtr="0">
            <a:noAutofit/>
          </a:bodyPr>
          <a:lstStyle>
            <a:lvl1pPr lvl="0" algn="ctr">
              <a:spcBef>
                <a:spcPts val="0"/>
              </a:spcBef>
              <a:spcAft>
                <a:spcPts val="0"/>
              </a:spcAft>
              <a:buSzPts val="7600"/>
              <a:buNone/>
              <a:defRPr sz="7600"/>
            </a:lvl1pPr>
            <a:lvl2pPr lvl="1" algn="ctr">
              <a:spcBef>
                <a:spcPts val="0"/>
              </a:spcBef>
              <a:spcAft>
                <a:spcPts val="0"/>
              </a:spcAft>
              <a:buSzPts val="7600"/>
              <a:buNone/>
              <a:defRPr sz="7600"/>
            </a:lvl2pPr>
            <a:lvl3pPr lvl="2" algn="ctr">
              <a:spcBef>
                <a:spcPts val="0"/>
              </a:spcBef>
              <a:spcAft>
                <a:spcPts val="0"/>
              </a:spcAft>
              <a:buSzPts val="7600"/>
              <a:buNone/>
              <a:defRPr sz="7600"/>
            </a:lvl3pPr>
            <a:lvl4pPr lvl="3" algn="ctr">
              <a:spcBef>
                <a:spcPts val="0"/>
              </a:spcBef>
              <a:spcAft>
                <a:spcPts val="0"/>
              </a:spcAft>
              <a:buSzPts val="7600"/>
              <a:buNone/>
              <a:defRPr sz="7600"/>
            </a:lvl4pPr>
            <a:lvl5pPr lvl="4" algn="ctr">
              <a:spcBef>
                <a:spcPts val="0"/>
              </a:spcBef>
              <a:spcAft>
                <a:spcPts val="0"/>
              </a:spcAft>
              <a:buSzPts val="7600"/>
              <a:buNone/>
              <a:defRPr sz="7600"/>
            </a:lvl5pPr>
            <a:lvl6pPr lvl="5" algn="ctr">
              <a:spcBef>
                <a:spcPts val="0"/>
              </a:spcBef>
              <a:spcAft>
                <a:spcPts val="0"/>
              </a:spcAft>
              <a:buSzPts val="7600"/>
              <a:buNone/>
              <a:defRPr sz="7600"/>
            </a:lvl6pPr>
            <a:lvl7pPr lvl="6" algn="ctr">
              <a:spcBef>
                <a:spcPts val="0"/>
              </a:spcBef>
              <a:spcAft>
                <a:spcPts val="0"/>
              </a:spcAft>
              <a:buSzPts val="7600"/>
              <a:buNone/>
              <a:defRPr sz="7600"/>
            </a:lvl7pPr>
            <a:lvl8pPr lvl="7" algn="ctr">
              <a:spcBef>
                <a:spcPts val="0"/>
              </a:spcBef>
              <a:spcAft>
                <a:spcPts val="0"/>
              </a:spcAft>
              <a:buSzPts val="7600"/>
              <a:buNone/>
              <a:defRPr sz="7600"/>
            </a:lvl8pPr>
            <a:lvl9pPr lvl="8" algn="ctr">
              <a:spcBef>
                <a:spcPts val="0"/>
              </a:spcBef>
              <a:spcAft>
                <a:spcPts val="0"/>
              </a:spcAft>
              <a:buSzPts val="7600"/>
              <a:buNone/>
              <a:defRPr sz="7600"/>
            </a:lvl9pPr>
          </a:lstStyle>
          <a:p>
            <a:endParaRPr/>
          </a:p>
        </p:txBody>
      </p:sp>
      <p:sp>
        <p:nvSpPr>
          <p:cNvPr id="15" name="Google Shape;15;p3"/>
          <p:cNvSpPr txBox="1">
            <a:spLocks noGrp="1"/>
          </p:cNvSpPr>
          <p:nvPr>
            <p:ph type="sldNum" idx="12"/>
          </p:nvPr>
        </p:nvSpPr>
        <p:spPr>
          <a:xfrm>
            <a:off x="13676015" y="19583063"/>
            <a:ext cx="886200" cy="1651800"/>
          </a:xfrm>
          <a:prstGeom prst="rect">
            <a:avLst/>
          </a:prstGeom>
        </p:spPr>
        <p:txBody>
          <a:bodyPr spcFirstLastPara="1" wrap="square" lIns="187150" tIns="187150" rIns="187150" bIns="1871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503138" y="1868871"/>
            <a:ext cx="13753200" cy="2404800"/>
          </a:xfrm>
          <a:prstGeom prst="rect">
            <a:avLst/>
          </a:prstGeom>
        </p:spPr>
        <p:txBody>
          <a:bodyPr spcFirstLastPara="1" wrap="square" lIns="187150" tIns="187150" rIns="187150" bIns="187150" anchor="t" anchorCtr="0">
            <a:noAutofit/>
          </a:bodyPr>
          <a:lstStyle>
            <a:lvl1pPr lvl="0">
              <a:spcBef>
                <a:spcPts val="0"/>
              </a:spcBef>
              <a:spcAft>
                <a:spcPts val="0"/>
              </a:spcAft>
              <a:buSzPts val="5800"/>
              <a:buNone/>
              <a:defRPr/>
            </a:lvl1pPr>
            <a:lvl2pPr lvl="1">
              <a:spcBef>
                <a:spcPts val="0"/>
              </a:spcBef>
              <a:spcAft>
                <a:spcPts val="0"/>
              </a:spcAft>
              <a:buSzPts val="5800"/>
              <a:buNone/>
              <a:defRPr/>
            </a:lvl2pPr>
            <a:lvl3pPr lvl="2">
              <a:spcBef>
                <a:spcPts val="0"/>
              </a:spcBef>
              <a:spcAft>
                <a:spcPts val="0"/>
              </a:spcAft>
              <a:buSzPts val="5800"/>
              <a:buNone/>
              <a:defRPr/>
            </a:lvl3pPr>
            <a:lvl4pPr lvl="3">
              <a:spcBef>
                <a:spcPts val="0"/>
              </a:spcBef>
              <a:spcAft>
                <a:spcPts val="0"/>
              </a:spcAft>
              <a:buSzPts val="5800"/>
              <a:buNone/>
              <a:defRPr/>
            </a:lvl4pPr>
            <a:lvl5pPr lvl="4">
              <a:spcBef>
                <a:spcPts val="0"/>
              </a:spcBef>
              <a:spcAft>
                <a:spcPts val="0"/>
              </a:spcAft>
              <a:buSzPts val="5800"/>
              <a:buNone/>
              <a:defRPr/>
            </a:lvl5pPr>
            <a:lvl6pPr lvl="5">
              <a:spcBef>
                <a:spcPts val="0"/>
              </a:spcBef>
              <a:spcAft>
                <a:spcPts val="0"/>
              </a:spcAft>
              <a:buSzPts val="5800"/>
              <a:buNone/>
              <a:defRPr/>
            </a:lvl6pPr>
            <a:lvl7pPr lvl="6">
              <a:spcBef>
                <a:spcPts val="0"/>
              </a:spcBef>
              <a:spcAft>
                <a:spcPts val="0"/>
              </a:spcAft>
              <a:buSzPts val="5800"/>
              <a:buNone/>
              <a:defRPr/>
            </a:lvl7pPr>
            <a:lvl8pPr lvl="7">
              <a:spcBef>
                <a:spcPts val="0"/>
              </a:spcBef>
              <a:spcAft>
                <a:spcPts val="0"/>
              </a:spcAft>
              <a:buSzPts val="5800"/>
              <a:buNone/>
              <a:defRPr/>
            </a:lvl8pPr>
            <a:lvl9pPr lvl="8">
              <a:spcBef>
                <a:spcPts val="0"/>
              </a:spcBef>
              <a:spcAft>
                <a:spcPts val="0"/>
              </a:spcAft>
              <a:buSzPts val="5800"/>
              <a:buNone/>
              <a:defRPr/>
            </a:lvl9pPr>
          </a:lstStyle>
          <a:p>
            <a:endParaRPr/>
          </a:p>
        </p:txBody>
      </p:sp>
      <p:sp>
        <p:nvSpPr>
          <p:cNvPr id="18" name="Google Shape;18;p4"/>
          <p:cNvSpPr txBox="1">
            <a:spLocks noGrp="1"/>
          </p:cNvSpPr>
          <p:nvPr>
            <p:ph type="body" idx="1"/>
          </p:nvPr>
        </p:nvSpPr>
        <p:spPr>
          <a:xfrm>
            <a:off x="503138" y="4839790"/>
            <a:ext cx="13753200" cy="14348700"/>
          </a:xfrm>
          <a:prstGeom prst="rect">
            <a:avLst/>
          </a:prstGeom>
        </p:spPr>
        <p:txBody>
          <a:bodyPr spcFirstLastPara="1" wrap="square" lIns="187150" tIns="187150" rIns="187150" bIns="187150" anchor="t" anchorCtr="0">
            <a:noAutofit/>
          </a:bodyPr>
          <a:lstStyle>
            <a:lvl1pPr marL="457200" lvl="0" indent="-469900">
              <a:spcBef>
                <a:spcPts val="0"/>
              </a:spcBef>
              <a:spcAft>
                <a:spcPts val="0"/>
              </a:spcAft>
              <a:buSzPts val="3800"/>
              <a:buChar char="●"/>
              <a:defRPr/>
            </a:lvl1pPr>
            <a:lvl2pPr marL="914400" lvl="1" indent="-419100">
              <a:spcBef>
                <a:spcPts val="3400"/>
              </a:spcBef>
              <a:spcAft>
                <a:spcPts val="0"/>
              </a:spcAft>
              <a:buSzPts val="3000"/>
              <a:buChar char="○"/>
              <a:defRPr/>
            </a:lvl2pPr>
            <a:lvl3pPr marL="1371600" lvl="2" indent="-419100">
              <a:spcBef>
                <a:spcPts val="3400"/>
              </a:spcBef>
              <a:spcAft>
                <a:spcPts val="0"/>
              </a:spcAft>
              <a:buSzPts val="3000"/>
              <a:buChar char="■"/>
              <a:defRPr/>
            </a:lvl3pPr>
            <a:lvl4pPr marL="1828800" lvl="3" indent="-419100">
              <a:spcBef>
                <a:spcPts val="3400"/>
              </a:spcBef>
              <a:spcAft>
                <a:spcPts val="0"/>
              </a:spcAft>
              <a:buSzPts val="3000"/>
              <a:buChar char="●"/>
              <a:defRPr/>
            </a:lvl4pPr>
            <a:lvl5pPr marL="2286000" lvl="4" indent="-419100">
              <a:spcBef>
                <a:spcPts val="3400"/>
              </a:spcBef>
              <a:spcAft>
                <a:spcPts val="0"/>
              </a:spcAft>
              <a:buSzPts val="3000"/>
              <a:buChar char="○"/>
              <a:defRPr/>
            </a:lvl5pPr>
            <a:lvl6pPr marL="2743200" lvl="5" indent="-419100">
              <a:spcBef>
                <a:spcPts val="3400"/>
              </a:spcBef>
              <a:spcAft>
                <a:spcPts val="0"/>
              </a:spcAft>
              <a:buSzPts val="3000"/>
              <a:buChar char="■"/>
              <a:defRPr/>
            </a:lvl6pPr>
            <a:lvl7pPr marL="3200400" lvl="6" indent="-419100">
              <a:spcBef>
                <a:spcPts val="3400"/>
              </a:spcBef>
              <a:spcAft>
                <a:spcPts val="0"/>
              </a:spcAft>
              <a:buSzPts val="3000"/>
              <a:buChar char="●"/>
              <a:defRPr/>
            </a:lvl7pPr>
            <a:lvl8pPr marL="3657600" lvl="7" indent="-419100">
              <a:spcBef>
                <a:spcPts val="3400"/>
              </a:spcBef>
              <a:spcAft>
                <a:spcPts val="0"/>
              </a:spcAft>
              <a:buSzPts val="3000"/>
              <a:buChar char="○"/>
              <a:defRPr/>
            </a:lvl8pPr>
            <a:lvl9pPr marL="4114800" lvl="8" indent="-419100">
              <a:spcBef>
                <a:spcPts val="3400"/>
              </a:spcBef>
              <a:spcAft>
                <a:spcPts val="3400"/>
              </a:spcAft>
              <a:buSzPts val="3000"/>
              <a:buChar char="■"/>
              <a:defRPr/>
            </a:lvl9pPr>
          </a:lstStyle>
          <a:p>
            <a:endParaRPr/>
          </a:p>
        </p:txBody>
      </p:sp>
      <p:sp>
        <p:nvSpPr>
          <p:cNvPr id="19" name="Google Shape;19;p4"/>
          <p:cNvSpPr txBox="1">
            <a:spLocks noGrp="1"/>
          </p:cNvSpPr>
          <p:nvPr>
            <p:ph type="sldNum" idx="12"/>
          </p:nvPr>
        </p:nvSpPr>
        <p:spPr>
          <a:xfrm>
            <a:off x="13676015" y="19583063"/>
            <a:ext cx="886200" cy="1651800"/>
          </a:xfrm>
          <a:prstGeom prst="rect">
            <a:avLst/>
          </a:prstGeom>
        </p:spPr>
        <p:txBody>
          <a:bodyPr spcFirstLastPara="1" wrap="square" lIns="187150" tIns="187150" rIns="187150" bIns="1871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503138" y="1868871"/>
            <a:ext cx="13753200" cy="2404800"/>
          </a:xfrm>
          <a:prstGeom prst="rect">
            <a:avLst/>
          </a:prstGeom>
        </p:spPr>
        <p:txBody>
          <a:bodyPr spcFirstLastPara="1" wrap="square" lIns="187150" tIns="187150" rIns="187150" bIns="187150" anchor="t" anchorCtr="0">
            <a:noAutofit/>
          </a:bodyPr>
          <a:lstStyle>
            <a:lvl1pPr lvl="0">
              <a:spcBef>
                <a:spcPts val="0"/>
              </a:spcBef>
              <a:spcAft>
                <a:spcPts val="0"/>
              </a:spcAft>
              <a:buSzPts val="5800"/>
              <a:buNone/>
              <a:defRPr/>
            </a:lvl1pPr>
            <a:lvl2pPr lvl="1">
              <a:spcBef>
                <a:spcPts val="0"/>
              </a:spcBef>
              <a:spcAft>
                <a:spcPts val="0"/>
              </a:spcAft>
              <a:buSzPts val="5800"/>
              <a:buNone/>
              <a:defRPr/>
            </a:lvl2pPr>
            <a:lvl3pPr lvl="2">
              <a:spcBef>
                <a:spcPts val="0"/>
              </a:spcBef>
              <a:spcAft>
                <a:spcPts val="0"/>
              </a:spcAft>
              <a:buSzPts val="5800"/>
              <a:buNone/>
              <a:defRPr/>
            </a:lvl3pPr>
            <a:lvl4pPr lvl="3">
              <a:spcBef>
                <a:spcPts val="0"/>
              </a:spcBef>
              <a:spcAft>
                <a:spcPts val="0"/>
              </a:spcAft>
              <a:buSzPts val="5800"/>
              <a:buNone/>
              <a:defRPr/>
            </a:lvl4pPr>
            <a:lvl5pPr lvl="4">
              <a:spcBef>
                <a:spcPts val="0"/>
              </a:spcBef>
              <a:spcAft>
                <a:spcPts val="0"/>
              </a:spcAft>
              <a:buSzPts val="5800"/>
              <a:buNone/>
              <a:defRPr/>
            </a:lvl5pPr>
            <a:lvl6pPr lvl="5">
              <a:spcBef>
                <a:spcPts val="0"/>
              </a:spcBef>
              <a:spcAft>
                <a:spcPts val="0"/>
              </a:spcAft>
              <a:buSzPts val="5800"/>
              <a:buNone/>
              <a:defRPr/>
            </a:lvl6pPr>
            <a:lvl7pPr lvl="6">
              <a:spcBef>
                <a:spcPts val="0"/>
              </a:spcBef>
              <a:spcAft>
                <a:spcPts val="0"/>
              </a:spcAft>
              <a:buSzPts val="5800"/>
              <a:buNone/>
              <a:defRPr/>
            </a:lvl7pPr>
            <a:lvl8pPr lvl="7">
              <a:spcBef>
                <a:spcPts val="0"/>
              </a:spcBef>
              <a:spcAft>
                <a:spcPts val="0"/>
              </a:spcAft>
              <a:buSzPts val="5800"/>
              <a:buNone/>
              <a:defRPr/>
            </a:lvl8pPr>
            <a:lvl9pPr lvl="8">
              <a:spcBef>
                <a:spcPts val="0"/>
              </a:spcBef>
              <a:spcAft>
                <a:spcPts val="0"/>
              </a:spcAft>
              <a:buSzPts val="5800"/>
              <a:buNone/>
              <a:defRPr/>
            </a:lvl9pPr>
          </a:lstStyle>
          <a:p>
            <a:endParaRPr/>
          </a:p>
        </p:txBody>
      </p:sp>
      <p:sp>
        <p:nvSpPr>
          <p:cNvPr id="22" name="Google Shape;22;p5"/>
          <p:cNvSpPr txBox="1">
            <a:spLocks noGrp="1"/>
          </p:cNvSpPr>
          <p:nvPr>
            <p:ph type="body" idx="1"/>
          </p:nvPr>
        </p:nvSpPr>
        <p:spPr>
          <a:xfrm>
            <a:off x="503138" y="4839790"/>
            <a:ext cx="6456900" cy="14348700"/>
          </a:xfrm>
          <a:prstGeom prst="rect">
            <a:avLst/>
          </a:prstGeom>
        </p:spPr>
        <p:txBody>
          <a:bodyPr spcFirstLastPara="1" wrap="square" lIns="187150" tIns="187150" rIns="187150" bIns="187150" anchor="t" anchorCtr="0">
            <a:noAutofit/>
          </a:bodyPr>
          <a:lstStyle>
            <a:lvl1pPr marL="457200" lvl="0" indent="-419100">
              <a:spcBef>
                <a:spcPts val="0"/>
              </a:spcBef>
              <a:spcAft>
                <a:spcPts val="0"/>
              </a:spcAft>
              <a:buSzPts val="3000"/>
              <a:buChar char="●"/>
              <a:defRPr sz="3000"/>
            </a:lvl1pPr>
            <a:lvl2pPr marL="914400" lvl="1" indent="-393700">
              <a:spcBef>
                <a:spcPts val="3400"/>
              </a:spcBef>
              <a:spcAft>
                <a:spcPts val="0"/>
              </a:spcAft>
              <a:buSzPts val="2600"/>
              <a:buChar char="○"/>
              <a:defRPr sz="2600"/>
            </a:lvl2pPr>
            <a:lvl3pPr marL="1371600" lvl="2" indent="-393700">
              <a:spcBef>
                <a:spcPts val="3400"/>
              </a:spcBef>
              <a:spcAft>
                <a:spcPts val="0"/>
              </a:spcAft>
              <a:buSzPts val="2600"/>
              <a:buChar char="■"/>
              <a:defRPr sz="2600"/>
            </a:lvl3pPr>
            <a:lvl4pPr marL="1828800" lvl="3" indent="-393700">
              <a:spcBef>
                <a:spcPts val="3400"/>
              </a:spcBef>
              <a:spcAft>
                <a:spcPts val="0"/>
              </a:spcAft>
              <a:buSzPts val="2600"/>
              <a:buChar char="●"/>
              <a:defRPr sz="2600"/>
            </a:lvl4pPr>
            <a:lvl5pPr marL="2286000" lvl="4" indent="-393700">
              <a:spcBef>
                <a:spcPts val="3400"/>
              </a:spcBef>
              <a:spcAft>
                <a:spcPts val="0"/>
              </a:spcAft>
              <a:buSzPts val="2600"/>
              <a:buChar char="○"/>
              <a:defRPr sz="2600"/>
            </a:lvl5pPr>
            <a:lvl6pPr marL="2743200" lvl="5" indent="-393700">
              <a:spcBef>
                <a:spcPts val="3400"/>
              </a:spcBef>
              <a:spcAft>
                <a:spcPts val="0"/>
              </a:spcAft>
              <a:buSzPts val="2600"/>
              <a:buChar char="■"/>
              <a:defRPr sz="2600"/>
            </a:lvl6pPr>
            <a:lvl7pPr marL="3200400" lvl="6" indent="-393700">
              <a:spcBef>
                <a:spcPts val="3400"/>
              </a:spcBef>
              <a:spcAft>
                <a:spcPts val="0"/>
              </a:spcAft>
              <a:buSzPts val="2600"/>
              <a:buChar char="●"/>
              <a:defRPr sz="2600"/>
            </a:lvl7pPr>
            <a:lvl8pPr marL="3657600" lvl="7" indent="-393700">
              <a:spcBef>
                <a:spcPts val="3400"/>
              </a:spcBef>
              <a:spcAft>
                <a:spcPts val="0"/>
              </a:spcAft>
              <a:buSzPts val="2600"/>
              <a:buChar char="○"/>
              <a:defRPr sz="2600"/>
            </a:lvl8pPr>
            <a:lvl9pPr marL="4114800" lvl="8" indent="-393700">
              <a:spcBef>
                <a:spcPts val="3400"/>
              </a:spcBef>
              <a:spcAft>
                <a:spcPts val="3400"/>
              </a:spcAft>
              <a:buSzPts val="2600"/>
              <a:buChar char="■"/>
              <a:defRPr sz="2600"/>
            </a:lvl9pPr>
          </a:lstStyle>
          <a:p>
            <a:endParaRPr/>
          </a:p>
        </p:txBody>
      </p:sp>
      <p:sp>
        <p:nvSpPr>
          <p:cNvPr id="23" name="Google Shape;23;p5"/>
          <p:cNvSpPr txBox="1">
            <a:spLocks noGrp="1"/>
          </p:cNvSpPr>
          <p:nvPr>
            <p:ph type="body" idx="2"/>
          </p:nvPr>
        </p:nvSpPr>
        <p:spPr>
          <a:xfrm>
            <a:off x="7800331" y="4839790"/>
            <a:ext cx="6456900" cy="14348700"/>
          </a:xfrm>
          <a:prstGeom prst="rect">
            <a:avLst/>
          </a:prstGeom>
        </p:spPr>
        <p:txBody>
          <a:bodyPr spcFirstLastPara="1" wrap="square" lIns="187150" tIns="187150" rIns="187150" bIns="187150" anchor="t" anchorCtr="0">
            <a:noAutofit/>
          </a:bodyPr>
          <a:lstStyle>
            <a:lvl1pPr marL="457200" lvl="0" indent="-419100">
              <a:spcBef>
                <a:spcPts val="0"/>
              </a:spcBef>
              <a:spcAft>
                <a:spcPts val="0"/>
              </a:spcAft>
              <a:buSzPts val="3000"/>
              <a:buChar char="●"/>
              <a:defRPr sz="3000"/>
            </a:lvl1pPr>
            <a:lvl2pPr marL="914400" lvl="1" indent="-393700">
              <a:spcBef>
                <a:spcPts val="3400"/>
              </a:spcBef>
              <a:spcAft>
                <a:spcPts val="0"/>
              </a:spcAft>
              <a:buSzPts val="2600"/>
              <a:buChar char="○"/>
              <a:defRPr sz="2600"/>
            </a:lvl2pPr>
            <a:lvl3pPr marL="1371600" lvl="2" indent="-393700">
              <a:spcBef>
                <a:spcPts val="3400"/>
              </a:spcBef>
              <a:spcAft>
                <a:spcPts val="0"/>
              </a:spcAft>
              <a:buSzPts val="2600"/>
              <a:buChar char="■"/>
              <a:defRPr sz="2600"/>
            </a:lvl3pPr>
            <a:lvl4pPr marL="1828800" lvl="3" indent="-393700">
              <a:spcBef>
                <a:spcPts val="3400"/>
              </a:spcBef>
              <a:spcAft>
                <a:spcPts val="0"/>
              </a:spcAft>
              <a:buSzPts val="2600"/>
              <a:buChar char="●"/>
              <a:defRPr sz="2600"/>
            </a:lvl4pPr>
            <a:lvl5pPr marL="2286000" lvl="4" indent="-393700">
              <a:spcBef>
                <a:spcPts val="3400"/>
              </a:spcBef>
              <a:spcAft>
                <a:spcPts val="0"/>
              </a:spcAft>
              <a:buSzPts val="2600"/>
              <a:buChar char="○"/>
              <a:defRPr sz="2600"/>
            </a:lvl5pPr>
            <a:lvl6pPr marL="2743200" lvl="5" indent="-393700">
              <a:spcBef>
                <a:spcPts val="3400"/>
              </a:spcBef>
              <a:spcAft>
                <a:spcPts val="0"/>
              </a:spcAft>
              <a:buSzPts val="2600"/>
              <a:buChar char="■"/>
              <a:defRPr sz="2600"/>
            </a:lvl6pPr>
            <a:lvl7pPr marL="3200400" lvl="6" indent="-393700">
              <a:spcBef>
                <a:spcPts val="3400"/>
              </a:spcBef>
              <a:spcAft>
                <a:spcPts val="0"/>
              </a:spcAft>
              <a:buSzPts val="2600"/>
              <a:buChar char="●"/>
              <a:defRPr sz="2600"/>
            </a:lvl7pPr>
            <a:lvl8pPr marL="3657600" lvl="7" indent="-393700">
              <a:spcBef>
                <a:spcPts val="3400"/>
              </a:spcBef>
              <a:spcAft>
                <a:spcPts val="0"/>
              </a:spcAft>
              <a:buSzPts val="2600"/>
              <a:buChar char="○"/>
              <a:defRPr sz="2600"/>
            </a:lvl8pPr>
            <a:lvl9pPr marL="4114800" lvl="8" indent="-393700">
              <a:spcBef>
                <a:spcPts val="3400"/>
              </a:spcBef>
              <a:spcAft>
                <a:spcPts val="3400"/>
              </a:spcAft>
              <a:buSzPts val="2600"/>
              <a:buChar char="■"/>
              <a:defRPr sz="2600"/>
            </a:lvl9pPr>
          </a:lstStyle>
          <a:p>
            <a:endParaRPr/>
          </a:p>
        </p:txBody>
      </p:sp>
      <p:sp>
        <p:nvSpPr>
          <p:cNvPr id="24" name="Google Shape;24;p5"/>
          <p:cNvSpPr txBox="1">
            <a:spLocks noGrp="1"/>
          </p:cNvSpPr>
          <p:nvPr>
            <p:ph type="sldNum" idx="12"/>
          </p:nvPr>
        </p:nvSpPr>
        <p:spPr>
          <a:xfrm>
            <a:off x="13676015" y="19583063"/>
            <a:ext cx="886200" cy="1651800"/>
          </a:xfrm>
          <a:prstGeom prst="rect">
            <a:avLst/>
          </a:prstGeom>
        </p:spPr>
        <p:txBody>
          <a:bodyPr spcFirstLastPara="1" wrap="square" lIns="187150" tIns="187150" rIns="187150" bIns="1871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503138" y="1868871"/>
            <a:ext cx="13753200" cy="2404800"/>
          </a:xfrm>
          <a:prstGeom prst="rect">
            <a:avLst/>
          </a:prstGeom>
        </p:spPr>
        <p:txBody>
          <a:bodyPr spcFirstLastPara="1" wrap="square" lIns="187150" tIns="187150" rIns="187150" bIns="187150" anchor="t" anchorCtr="0">
            <a:noAutofit/>
          </a:bodyPr>
          <a:lstStyle>
            <a:lvl1pPr lvl="0">
              <a:spcBef>
                <a:spcPts val="0"/>
              </a:spcBef>
              <a:spcAft>
                <a:spcPts val="0"/>
              </a:spcAft>
              <a:buSzPts val="5800"/>
              <a:buNone/>
              <a:defRPr/>
            </a:lvl1pPr>
            <a:lvl2pPr lvl="1">
              <a:spcBef>
                <a:spcPts val="0"/>
              </a:spcBef>
              <a:spcAft>
                <a:spcPts val="0"/>
              </a:spcAft>
              <a:buSzPts val="5800"/>
              <a:buNone/>
              <a:defRPr/>
            </a:lvl2pPr>
            <a:lvl3pPr lvl="2">
              <a:spcBef>
                <a:spcPts val="0"/>
              </a:spcBef>
              <a:spcAft>
                <a:spcPts val="0"/>
              </a:spcAft>
              <a:buSzPts val="5800"/>
              <a:buNone/>
              <a:defRPr/>
            </a:lvl3pPr>
            <a:lvl4pPr lvl="3">
              <a:spcBef>
                <a:spcPts val="0"/>
              </a:spcBef>
              <a:spcAft>
                <a:spcPts val="0"/>
              </a:spcAft>
              <a:buSzPts val="5800"/>
              <a:buNone/>
              <a:defRPr/>
            </a:lvl4pPr>
            <a:lvl5pPr lvl="4">
              <a:spcBef>
                <a:spcPts val="0"/>
              </a:spcBef>
              <a:spcAft>
                <a:spcPts val="0"/>
              </a:spcAft>
              <a:buSzPts val="5800"/>
              <a:buNone/>
              <a:defRPr/>
            </a:lvl5pPr>
            <a:lvl6pPr lvl="5">
              <a:spcBef>
                <a:spcPts val="0"/>
              </a:spcBef>
              <a:spcAft>
                <a:spcPts val="0"/>
              </a:spcAft>
              <a:buSzPts val="5800"/>
              <a:buNone/>
              <a:defRPr/>
            </a:lvl6pPr>
            <a:lvl7pPr lvl="6">
              <a:spcBef>
                <a:spcPts val="0"/>
              </a:spcBef>
              <a:spcAft>
                <a:spcPts val="0"/>
              </a:spcAft>
              <a:buSzPts val="5800"/>
              <a:buNone/>
              <a:defRPr/>
            </a:lvl7pPr>
            <a:lvl8pPr lvl="7">
              <a:spcBef>
                <a:spcPts val="0"/>
              </a:spcBef>
              <a:spcAft>
                <a:spcPts val="0"/>
              </a:spcAft>
              <a:buSzPts val="5800"/>
              <a:buNone/>
              <a:defRPr/>
            </a:lvl8pPr>
            <a:lvl9pPr lvl="8">
              <a:spcBef>
                <a:spcPts val="0"/>
              </a:spcBef>
              <a:spcAft>
                <a:spcPts val="0"/>
              </a:spcAft>
              <a:buSzPts val="5800"/>
              <a:buNone/>
              <a:defRPr/>
            </a:lvl9pPr>
          </a:lstStyle>
          <a:p>
            <a:endParaRPr/>
          </a:p>
        </p:txBody>
      </p:sp>
      <p:sp>
        <p:nvSpPr>
          <p:cNvPr id="27" name="Google Shape;27;p6"/>
          <p:cNvSpPr txBox="1">
            <a:spLocks noGrp="1"/>
          </p:cNvSpPr>
          <p:nvPr>
            <p:ph type="sldNum" idx="12"/>
          </p:nvPr>
        </p:nvSpPr>
        <p:spPr>
          <a:xfrm>
            <a:off x="13676015" y="19583063"/>
            <a:ext cx="886200" cy="1651800"/>
          </a:xfrm>
          <a:prstGeom prst="rect">
            <a:avLst/>
          </a:prstGeom>
        </p:spPr>
        <p:txBody>
          <a:bodyPr spcFirstLastPara="1" wrap="square" lIns="187150" tIns="187150" rIns="187150" bIns="1871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503138" y="2333228"/>
            <a:ext cx="4533300" cy="3174300"/>
          </a:xfrm>
          <a:prstGeom prst="rect">
            <a:avLst/>
          </a:prstGeom>
        </p:spPr>
        <p:txBody>
          <a:bodyPr spcFirstLastPara="1" wrap="square" lIns="187150" tIns="187150" rIns="187150" bIns="187150" anchor="b" anchorCtr="0">
            <a:no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a:endParaRPr/>
          </a:p>
        </p:txBody>
      </p:sp>
      <p:sp>
        <p:nvSpPr>
          <p:cNvPr id="30" name="Google Shape;30;p7"/>
          <p:cNvSpPr txBox="1">
            <a:spLocks noGrp="1"/>
          </p:cNvSpPr>
          <p:nvPr>
            <p:ph type="body" idx="1"/>
          </p:nvPr>
        </p:nvSpPr>
        <p:spPr>
          <a:xfrm>
            <a:off x="503138" y="5835591"/>
            <a:ext cx="4533300" cy="13351800"/>
          </a:xfrm>
          <a:prstGeom prst="rect">
            <a:avLst/>
          </a:prstGeom>
        </p:spPr>
        <p:txBody>
          <a:bodyPr spcFirstLastPara="1" wrap="square" lIns="187150" tIns="187150" rIns="187150" bIns="187150" anchor="t" anchorCtr="0">
            <a:noAutofit/>
          </a:bodyPr>
          <a:lstStyle>
            <a:lvl1pPr marL="457200" lvl="0" indent="-393700">
              <a:spcBef>
                <a:spcPts val="0"/>
              </a:spcBef>
              <a:spcAft>
                <a:spcPts val="0"/>
              </a:spcAft>
              <a:buSzPts val="2600"/>
              <a:buChar char="●"/>
              <a:defRPr sz="2600"/>
            </a:lvl1pPr>
            <a:lvl2pPr marL="914400" lvl="1" indent="-393700">
              <a:spcBef>
                <a:spcPts val="3400"/>
              </a:spcBef>
              <a:spcAft>
                <a:spcPts val="0"/>
              </a:spcAft>
              <a:buSzPts val="2600"/>
              <a:buChar char="○"/>
              <a:defRPr sz="2600"/>
            </a:lvl2pPr>
            <a:lvl3pPr marL="1371600" lvl="2" indent="-393700">
              <a:spcBef>
                <a:spcPts val="3400"/>
              </a:spcBef>
              <a:spcAft>
                <a:spcPts val="0"/>
              </a:spcAft>
              <a:buSzPts val="2600"/>
              <a:buChar char="■"/>
              <a:defRPr sz="2600"/>
            </a:lvl3pPr>
            <a:lvl4pPr marL="1828800" lvl="3" indent="-393700">
              <a:spcBef>
                <a:spcPts val="3400"/>
              </a:spcBef>
              <a:spcAft>
                <a:spcPts val="0"/>
              </a:spcAft>
              <a:buSzPts val="2600"/>
              <a:buChar char="●"/>
              <a:defRPr sz="2600"/>
            </a:lvl4pPr>
            <a:lvl5pPr marL="2286000" lvl="4" indent="-393700">
              <a:spcBef>
                <a:spcPts val="3400"/>
              </a:spcBef>
              <a:spcAft>
                <a:spcPts val="0"/>
              </a:spcAft>
              <a:buSzPts val="2600"/>
              <a:buChar char="○"/>
              <a:defRPr sz="2600"/>
            </a:lvl5pPr>
            <a:lvl6pPr marL="2743200" lvl="5" indent="-393700">
              <a:spcBef>
                <a:spcPts val="3400"/>
              </a:spcBef>
              <a:spcAft>
                <a:spcPts val="0"/>
              </a:spcAft>
              <a:buSzPts val="2600"/>
              <a:buChar char="■"/>
              <a:defRPr sz="2600"/>
            </a:lvl6pPr>
            <a:lvl7pPr marL="3200400" lvl="6" indent="-393700">
              <a:spcBef>
                <a:spcPts val="3400"/>
              </a:spcBef>
              <a:spcAft>
                <a:spcPts val="0"/>
              </a:spcAft>
              <a:buSzPts val="2600"/>
              <a:buChar char="●"/>
              <a:defRPr sz="2600"/>
            </a:lvl7pPr>
            <a:lvl8pPr marL="3657600" lvl="7" indent="-393700">
              <a:spcBef>
                <a:spcPts val="3400"/>
              </a:spcBef>
              <a:spcAft>
                <a:spcPts val="0"/>
              </a:spcAft>
              <a:buSzPts val="2600"/>
              <a:buChar char="○"/>
              <a:defRPr sz="2600"/>
            </a:lvl8pPr>
            <a:lvl9pPr marL="4114800" lvl="8" indent="-393700">
              <a:spcBef>
                <a:spcPts val="3400"/>
              </a:spcBef>
              <a:spcAft>
                <a:spcPts val="3400"/>
              </a:spcAft>
              <a:buSzPts val="2600"/>
              <a:buChar char="■"/>
              <a:defRPr sz="2600"/>
            </a:lvl9pPr>
          </a:lstStyle>
          <a:p>
            <a:endParaRPr/>
          </a:p>
        </p:txBody>
      </p:sp>
      <p:sp>
        <p:nvSpPr>
          <p:cNvPr id="31" name="Google Shape;31;p7"/>
          <p:cNvSpPr txBox="1">
            <a:spLocks noGrp="1"/>
          </p:cNvSpPr>
          <p:nvPr>
            <p:ph type="sldNum" idx="12"/>
          </p:nvPr>
        </p:nvSpPr>
        <p:spPr>
          <a:xfrm>
            <a:off x="13676015" y="19583063"/>
            <a:ext cx="886200" cy="1651800"/>
          </a:xfrm>
          <a:prstGeom prst="rect">
            <a:avLst/>
          </a:prstGeom>
        </p:spPr>
        <p:txBody>
          <a:bodyPr spcFirstLastPara="1" wrap="square" lIns="187150" tIns="187150" rIns="187150" bIns="1871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791348" y="1890394"/>
            <a:ext cx="10279200" cy="17179200"/>
          </a:xfrm>
          <a:prstGeom prst="rect">
            <a:avLst/>
          </a:prstGeom>
        </p:spPr>
        <p:txBody>
          <a:bodyPr spcFirstLastPara="1" wrap="square" lIns="187150" tIns="187150" rIns="187150" bIns="187150" anchor="ctr" anchorCtr="0">
            <a:noAutofit/>
          </a:bodyPr>
          <a:lstStyle>
            <a:lvl1pPr lvl="0">
              <a:spcBef>
                <a:spcPts val="0"/>
              </a:spcBef>
              <a:spcAft>
                <a:spcPts val="0"/>
              </a:spcAft>
              <a:buSzPts val="10000"/>
              <a:buNone/>
              <a:defRPr sz="10000"/>
            </a:lvl1pPr>
            <a:lvl2pPr lvl="1">
              <a:spcBef>
                <a:spcPts val="0"/>
              </a:spcBef>
              <a:spcAft>
                <a:spcPts val="0"/>
              </a:spcAft>
              <a:buSzPts val="10000"/>
              <a:buNone/>
              <a:defRPr sz="10000"/>
            </a:lvl2pPr>
            <a:lvl3pPr lvl="2">
              <a:spcBef>
                <a:spcPts val="0"/>
              </a:spcBef>
              <a:spcAft>
                <a:spcPts val="0"/>
              </a:spcAft>
              <a:buSzPts val="10000"/>
              <a:buNone/>
              <a:defRPr sz="10000"/>
            </a:lvl3pPr>
            <a:lvl4pPr lvl="3">
              <a:spcBef>
                <a:spcPts val="0"/>
              </a:spcBef>
              <a:spcAft>
                <a:spcPts val="0"/>
              </a:spcAft>
              <a:buSzPts val="10000"/>
              <a:buNone/>
              <a:defRPr sz="10000"/>
            </a:lvl4pPr>
            <a:lvl5pPr lvl="4">
              <a:spcBef>
                <a:spcPts val="0"/>
              </a:spcBef>
              <a:spcAft>
                <a:spcPts val="0"/>
              </a:spcAft>
              <a:buSzPts val="10000"/>
              <a:buNone/>
              <a:defRPr sz="10000"/>
            </a:lvl5pPr>
            <a:lvl6pPr lvl="5">
              <a:spcBef>
                <a:spcPts val="0"/>
              </a:spcBef>
              <a:spcAft>
                <a:spcPts val="0"/>
              </a:spcAft>
              <a:buSzPts val="10000"/>
              <a:buNone/>
              <a:defRPr sz="10000"/>
            </a:lvl6pPr>
            <a:lvl7pPr lvl="6">
              <a:spcBef>
                <a:spcPts val="0"/>
              </a:spcBef>
              <a:spcAft>
                <a:spcPts val="0"/>
              </a:spcAft>
              <a:buSzPts val="10000"/>
              <a:buNone/>
              <a:defRPr sz="10000"/>
            </a:lvl7pPr>
            <a:lvl8pPr lvl="7">
              <a:spcBef>
                <a:spcPts val="0"/>
              </a:spcBef>
              <a:spcAft>
                <a:spcPts val="0"/>
              </a:spcAft>
              <a:buSzPts val="10000"/>
              <a:buNone/>
              <a:defRPr sz="10000"/>
            </a:lvl8pPr>
            <a:lvl9pPr lvl="8">
              <a:spcBef>
                <a:spcPts val="0"/>
              </a:spcBef>
              <a:spcAft>
                <a:spcPts val="0"/>
              </a:spcAft>
              <a:buSzPts val="10000"/>
              <a:buNone/>
              <a:defRPr sz="10000"/>
            </a:lvl9pPr>
          </a:lstStyle>
          <a:p>
            <a:endParaRPr/>
          </a:p>
        </p:txBody>
      </p:sp>
      <p:sp>
        <p:nvSpPr>
          <p:cNvPr id="34" name="Google Shape;34;p8"/>
          <p:cNvSpPr txBox="1">
            <a:spLocks noGrp="1"/>
          </p:cNvSpPr>
          <p:nvPr>
            <p:ph type="sldNum" idx="12"/>
          </p:nvPr>
        </p:nvSpPr>
        <p:spPr>
          <a:xfrm>
            <a:off x="13676015" y="19583063"/>
            <a:ext cx="886200" cy="1651800"/>
          </a:xfrm>
          <a:prstGeom prst="rect">
            <a:avLst/>
          </a:prstGeom>
        </p:spPr>
        <p:txBody>
          <a:bodyPr spcFirstLastPara="1" wrap="square" lIns="187150" tIns="187150" rIns="187150" bIns="1871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7380000" y="-525"/>
            <a:ext cx="7380000" cy="21600000"/>
          </a:xfrm>
          <a:prstGeom prst="rect">
            <a:avLst/>
          </a:prstGeom>
          <a:solidFill>
            <a:schemeClr val="lt2"/>
          </a:solidFill>
          <a:ln>
            <a:noFill/>
          </a:ln>
        </p:spPr>
        <p:txBody>
          <a:bodyPr spcFirstLastPara="1" wrap="square" lIns="187150" tIns="187150" rIns="187150" bIns="18715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428563" y="5178688"/>
            <a:ext cx="6528900" cy="6225300"/>
          </a:xfrm>
          <a:prstGeom prst="rect">
            <a:avLst/>
          </a:prstGeom>
        </p:spPr>
        <p:txBody>
          <a:bodyPr spcFirstLastPara="1" wrap="square" lIns="187150" tIns="187150" rIns="187150" bIns="187150" anchor="b" anchorCtr="0">
            <a:noAutofit/>
          </a:bodyPr>
          <a:lstStyle>
            <a:lvl1pPr lvl="0" algn="ctr">
              <a:spcBef>
                <a:spcPts val="0"/>
              </a:spcBef>
              <a:spcAft>
                <a:spcPts val="0"/>
              </a:spcAft>
              <a:buSzPts val="8800"/>
              <a:buNone/>
              <a:defRPr sz="8800"/>
            </a:lvl1pPr>
            <a:lvl2pPr lvl="1" algn="ctr">
              <a:spcBef>
                <a:spcPts val="0"/>
              </a:spcBef>
              <a:spcAft>
                <a:spcPts val="0"/>
              </a:spcAft>
              <a:buSzPts val="8800"/>
              <a:buNone/>
              <a:defRPr sz="8800"/>
            </a:lvl2pPr>
            <a:lvl3pPr lvl="2" algn="ctr">
              <a:spcBef>
                <a:spcPts val="0"/>
              </a:spcBef>
              <a:spcAft>
                <a:spcPts val="0"/>
              </a:spcAft>
              <a:buSzPts val="8800"/>
              <a:buNone/>
              <a:defRPr sz="8800"/>
            </a:lvl3pPr>
            <a:lvl4pPr lvl="3" algn="ctr">
              <a:spcBef>
                <a:spcPts val="0"/>
              </a:spcBef>
              <a:spcAft>
                <a:spcPts val="0"/>
              </a:spcAft>
              <a:buSzPts val="8800"/>
              <a:buNone/>
              <a:defRPr sz="8800"/>
            </a:lvl4pPr>
            <a:lvl5pPr lvl="4" algn="ctr">
              <a:spcBef>
                <a:spcPts val="0"/>
              </a:spcBef>
              <a:spcAft>
                <a:spcPts val="0"/>
              </a:spcAft>
              <a:buSzPts val="8800"/>
              <a:buNone/>
              <a:defRPr sz="8800"/>
            </a:lvl5pPr>
            <a:lvl6pPr lvl="5" algn="ctr">
              <a:spcBef>
                <a:spcPts val="0"/>
              </a:spcBef>
              <a:spcAft>
                <a:spcPts val="0"/>
              </a:spcAft>
              <a:buSzPts val="8800"/>
              <a:buNone/>
              <a:defRPr sz="8800"/>
            </a:lvl6pPr>
            <a:lvl7pPr lvl="6" algn="ctr">
              <a:spcBef>
                <a:spcPts val="0"/>
              </a:spcBef>
              <a:spcAft>
                <a:spcPts val="0"/>
              </a:spcAft>
              <a:buSzPts val="8800"/>
              <a:buNone/>
              <a:defRPr sz="8800"/>
            </a:lvl7pPr>
            <a:lvl8pPr lvl="7" algn="ctr">
              <a:spcBef>
                <a:spcPts val="0"/>
              </a:spcBef>
              <a:spcAft>
                <a:spcPts val="0"/>
              </a:spcAft>
              <a:buSzPts val="8800"/>
              <a:buNone/>
              <a:defRPr sz="8800"/>
            </a:lvl8pPr>
            <a:lvl9pPr lvl="8" algn="ctr">
              <a:spcBef>
                <a:spcPts val="0"/>
              </a:spcBef>
              <a:spcAft>
                <a:spcPts val="0"/>
              </a:spcAft>
              <a:buSzPts val="8800"/>
              <a:buNone/>
              <a:defRPr sz="8800"/>
            </a:lvl9pPr>
          </a:lstStyle>
          <a:p>
            <a:endParaRPr/>
          </a:p>
        </p:txBody>
      </p:sp>
      <p:sp>
        <p:nvSpPr>
          <p:cNvPr id="38" name="Google Shape;38;p9"/>
          <p:cNvSpPr txBox="1">
            <a:spLocks noGrp="1"/>
          </p:cNvSpPr>
          <p:nvPr>
            <p:ph type="subTitle" idx="1"/>
          </p:nvPr>
        </p:nvSpPr>
        <p:spPr>
          <a:xfrm>
            <a:off x="428563" y="11771444"/>
            <a:ext cx="6528900" cy="5186700"/>
          </a:xfrm>
          <a:prstGeom prst="rect">
            <a:avLst/>
          </a:prstGeom>
        </p:spPr>
        <p:txBody>
          <a:bodyPr spcFirstLastPara="1" wrap="square" lIns="187150" tIns="187150" rIns="187150" bIns="187150" anchor="t"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9" name="Google Shape;39;p9"/>
          <p:cNvSpPr txBox="1">
            <a:spLocks noGrp="1"/>
          </p:cNvSpPr>
          <p:nvPr>
            <p:ph type="body" idx="2"/>
          </p:nvPr>
        </p:nvSpPr>
        <p:spPr>
          <a:xfrm>
            <a:off x="7973209" y="3040735"/>
            <a:ext cx="6192900" cy="15517200"/>
          </a:xfrm>
          <a:prstGeom prst="rect">
            <a:avLst/>
          </a:prstGeom>
        </p:spPr>
        <p:txBody>
          <a:bodyPr spcFirstLastPara="1" wrap="square" lIns="187150" tIns="187150" rIns="187150" bIns="187150" anchor="ctr" anchorCtr="0">
            <a:noAutofit/>
          </a:bodyPr>
          <a:lstStyle>
            <a:lvl1pPr marL="457200" lvl="0" indent="-469900">
              <a:spcBef>
                <a:spcPts val="0"/>
              </a:spcBef>
              <a:spcAft>
                <a:spcPts val="0"/>
              </a:spcAft>
              <a:buSzPts val="3800"/>
              <a:buChar char="●"/>
              <a:defRPr/>
            </a:lvl1pPr>
            <a:lvl2pPr marL="914400" lvl="1" indent="-419100">
              <a:spcBef>
                <a:spcPts val="3400"/>
              </a:spcBef>
              <a:spcAft>
                <a:spcPts val="0"/>
              </a:spcAft>
              <a:buSzPts val="3000"/>
              <a:buChar char="○"/>
              <a:defRPr/>
            </a:lvl2pPr>
            <a:lvl3pPr marL="1371600" lvl="2" indent="-419100">
              <a:spcBef>
                <a:spcPts val="3400"/>
              </a:spcBef>
              <a:spcAft>
                <a:spcPts val="0"/>
              </a:spcAft>
              <a:buSzPts val="3000"/>
              <a:buChar char="■"/>
              <a:defRPr/>
            </a:lvl3pPr>
            <a:lvl4pPr marL="1828800" lvl="3" indent="-419100">
              <a:spcBef>
                <a:spcPts val="3400"/>
              </a:spcBef>
              <a:spcAft>
                <a:spcPts val="0"/>
              </a:spcAft>
              <a:buSzPts val="3000"/>
              <a:buChar char="●"/>
              <a:defRPr/>
            </a:lvl4pPr>
            <a:lvl5pPr marL="2286000" lvl="4" indent="-419100">
              <a:spcBef>
                <a:spcPts val="3400"/>
              </a:spcBef>
              <a:spcAft>
                <a:spcPts val="0"/>
              </a:spcAft>
              <a:buSzPts val="3000"/>
              <a:buChar char="○"/>
              <a:defRPr/>
            </a:lvl5pPr>
            <a:lvl6pPr marL="2743200" lvl="5" indent="-419100">
              <a:spcBef>
                <a:spcPts val="3400"/>
              </a:spcBef>
              <a:spcAft>
                <a:spcPts val="0"/>
              </a:spcAft>
              <a:buSzPts val="3000"/>
              <a:buChar char="■"/>
              <a:defRPr/>
            </a:lvl6pPr>
            <a:lvl7pPr marL="3200400" lvl="6" indent="-419100">
              <a:spcBef>
                <a:spcPts val="3400"/>
              </a:spcBef>
              <a:spcAft>
                <a:spcPts val="0"/>
              </a:spcAft>
              <a:buSzPts val="3000"/>
              <a:buChar char="●"/>
              <a:defRPr/>
            </a:lvl7pPr>
            <a:lvl8pPr marL="3657600" lvl="7" indent="-419100">
              <a:spcBef>
                <a:spcPts val="3400"/>
              </a:spcBef>
              <a:spcAft>
                <a:spcPts val="0"/>
              </a:spcAft>
              <a:buSzPts val="3000"/>
              <a:buChar char="○"/>
              <a:defRPr/>
            </a:lvl8pPr>
            <a:lvl9pPr marL="4114800" lvl="8" indent="-419100">
              <a:spcBef>
                <a:spcPts val="3400"/>
              </a:spcBef>
              <a:spcAft>
                <a:spcPts val="3400"/>
              </a:spcAft>
              <a:buSzPts val="3000"/>
              <a:buChar char="■"/>
              <a:defRPr/>
            </a:lvl9pPr>
          </a:lstStyle>
          <a:p>
            <a:endParaRPr/>
          </a:p>
        </p:txBody>
      </p:sp>
      <p:sp>
        <p:nvSpPr>
          <p:cNvPr id="40" name="Google Shape;40;p9"/>
          <p:cNvSpPr txBox="1">
            <a:spLocks noGrp="1"/>
          </p:cNvSpPr>
          <p:nvPr>
            <p:ph type="sldNum" idx="12"/>
          </p:nvPr>
        </p:nvSpPr>
        <p:spPr>
          <a:xfrm>
            <a:off x="13676015" y="19583063"/>
            <a:ext cx="886200" cy="1651800"/>
          </a:xfrm>
          <a:prstGeom prst="rect">
            <a:avLst/>
          </a:prstGeom>
        </p:spPr>
        <p:txBody>
          <a:bodyPr spcFirstLastPara="1" wrap="square" lIns="187150" tIns="187150" rIns="187150" bIns="1871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503138" y="17766194"/>
            <a:ext cx="9684000" cy="2540700"/>
          </a:xfrm>
          <a:prstGeom prst="rect">
            <a:avLst/>
          </a:prstGeom>
        </p:spPr>
        <p:txBody>
          <a:bodyPr spcFirstLastPara="1" wrap="square" lIns="187150" tIns="187150" rIns="187150" bIns="187150" anchor="ctr" anchorCtr="0">
            <a:noAutofit/>
          </a:bodyPr>
          <a:lstStyle>
            <a:lvl1pPr marL="457200" lvl="0" indent="-228600">
              <a:lnSpc>
                <a:spcPct val="100000"/>
              </a:lnSpc>
              <a:spcBef>
                <a:spcPts val="0"/>
              </a:spcBef>
              <a:spcAft>
                <a:spcPts val="0"/>
              </a:spcAft>
              <a:buSzPts val="3800"/>
              <a:buNone/>
              <a:defRPr/>
            </a:lvl1pPr>
          </a:lstStyle>
          <a:p>
            <a:endParaRPr/>
          </a:p>
        </p:txBody>
      </p:sp>
      <p:sp>
        <p:nvSpPr>
          <p:cNvPr id="43" name="Google Shape;43;p10"/>
          <p:cNvSpPr txBox="1">
            <a:spLocks noGrp="1"/>
          </p:cNvSpPr>
          <p:nvPr>
            <p:ph type="sldNum" idx="12"/>
          </p:nvPr>
        </p:nvSpPr>
        <p:spPr>
          <a:xfrm>
            <a:off x="13676015" y="19583063"/>
            <a:ext cx="886200" cy="1651800"/>
          </a:xfrm>
          <a:prstGeom prst="rect">
            <a:avLst/>
          </a:prstGeom>
        </p:spPr>
        <p:txBody>
          <a:bodyPr spcFirstLastPara="1" wrap="square" lIns="187150" tIns="187150" rIns="187150" bIns="1871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503138" y="4645144"/>
            <a:ext cx="13753200" cy="8245200"/>
          </a:xfrm>
          <a:prstGeom prst="rect">
            <a:avLst/>
          </a:prstGeom>
        </p:spPr>
        <p:txBody>
          <a:bodyPr spcFirstLastPara="1" wrap="square" lIns="187150" tIns="187150" rIns="187150" bIns="187150" anchor="b" anchorCtr="0">
            <a:noAutofit/>
          </a:bodyPr>
          <a:lstStyle>
            <a:lvl1pPr lvl="0" algn="ctr">
              <a:spcBef>
                <a:spcPts val="0"/>
              </a:spcBef>
              <a:spcAft>
                <a:spcPts val="0"/>
              </a:spcAft>
              <a:buSzPts val="24600"/>
              <a:buNone/>
              <a:defRPr sz="24600"/>
            </a:lvl1pPr>
            <a:lvl2pPr lvl="1" algn="ctr">
              <a:spcBef>
                <a:spcPts val="0"/>
              </a:spcBef>
              <a:spcAft>
                <a:spcPts val="0"/>
              </a:spcAft>
              <a:buSzPts val="24600"/>
              <a:buNone/>
              <a:defRPr sz="24600"/>
            </a:lvl2pPr>
            <a:lvl3pPr lvl="2" algn="ctr">
              <a:spcBef>
                <a:spcPts val="0"/>
              </a:spcBef>
              <a:spcAft>
                <a:spcPts val="0"/>
              </a:spcAft>
              <a:buSzPts val="24600"/>
              <a:buNone/>
              <a:defRPr sz="24600"/>
            </a:lvl3pPr>
            <a:lvl4pPr lvl="3" algn="ctr">
              <a:spcBef>
                <a:spcPts val="0"/>
              </a:spcBef>
              <a:spcAft>
                <a:spcPts val="0"/>
              </a:spcAft>
              <a:buSzPts val="24600"/>
              <a:buNone/>
              <a:defRPr sz="24600"/>
            </a:lvl4pPr>
            <a:lvl5pPr lvl="4" algn="ctr">
              <a:spcBef>
                <a:spcPts val="0"/>
              </a:spcBef>
              <a:spcAft>
                <a:spcPts val="0"/>
              </a:spcAft>
              <a:buSzPts val="24600"/>
              <a:buNone/>
              <a:defRPr sz="24600"/>
            </a:lvl5pPr>
            <a:lvl6pPr lvl="5" algn="ctr">
              <a:spcBef>
                <a:spcPts val="0"/>
              </a:spcBef>
              <a:spcAft>
                <a:spcPts val="0"/>
              </a:spcAft>
              <a:buSzPts val="24600"/>
              <a:buNone/>
              <a:defRPr sz="24600"/>
            </a:lvl6pPr>
            <a:lvl7pPr lvl="6" algn="ctr">
              <a:spcBef>
                <a:spcPts val="0"/>
              </a:spcBef>
              <a:spcAft>
                <a:spcPts val="0"/>
              </a:spcAft>
              <a:buSzPts val="24600"/>
              <a:buNone/>
              <a:defRPr sz="24600"/>
            </a:lvl7pPr>
            <a:lvl8pPr lvl="7" algn="ctr">
              <a:spcBef>
                <a:spcPts val="0"/>
              </a:spcBef>
              <a:spcAft>
                <a:spcPts val="0"/>
              </a:spcAft>
              <a:buSzPts val="24600"/>
              <a:buNone/>
              <a:defRPr sz="24600"/>
            </a:lvl8pPr>
            <a:lvl9pPr lvl="8" algn="ctr">
              <a:spcBef>
                <a:spcPts val="0"/>
              </a:spcBef>
              <a:spcAft>
                <a:spcPts val="0"/>
              </a:spcAft>
              <a:buSzPts val="24600"/>
              <a:buNone/>
              <a:defRPr sz="24600"/>
            </a:lvl9pPr>
          </a:lstStyle>
          <a:p>
            <a:r>
              <a:t>xx%</a:t>
            </a:r>
          </a:p>
        </p:txBody>
      </p:sp>
      <p:sp>
        <p:nvSpPr>
          <p:cNvPr id="46" name="Google Shape;46;p11"/>
          <p:cNvSpPr txBox="1">
            <a:spLocks noGrp="1"/>
          </p:cNvSpPr>
          <p:nvPr>
            <p:ph type="body" idx="1"/>
          </p:nvPr>
        </p:nvSpPr>
        <p:spPr>
          <a:xfrm>
            <a:off x="503138" y="13237690"/>
            <a:ext cx="13753200" cy="5463600"/>
          </a:xfrm>
          <a:prstGeom prst="rect">
            <a:avLst/>
          </a:prstGeom>
        </p:spPr>
        <p:txBody>
          <a:bodyPr spcFirstLastPara="1" wrap="square" lIns="187150" tIns="187150" rIns="187150" bIns="187150" anchor="t" anchorCtr="0">
            <a:noAutofit/>
          </a:bodyPr>
          <a:lstStyle>
            <a:lvl1pPr marL="457200" lvl="0" indent="-469900" algn="ctr">
              <a:spcBef>
                <a:spcPts val="0"/>
              </a:spcBef>
              <a:spcAft>
                <a:spcPts val="0"/>
              </a:spcAft>
              <a:buSzPts val="3800"/>
              <a:buChar char="●"/>
              <a:defRPr/>
            </a:lvl1pPr>
            <a:lvl2pPr marL="914400" lvl="1" indent="-419100" algn="ctr">
              <a:spcBef>
                <a:spcPts val="3400"/>
              </a:spcBef>
              <a:spcAft>
                <a:spcPts val="0"/>
              </a:spcAft>
              <a:buSzPts val="3000"/>
              <a:buChar char="○"/>
              <a:defRPr/>
            </a:lvl2pPr>
            <a:lvl3pPr marL="1371600" lvl="2" indent="-419100" algn="ctr">
              <a:spcBef>
                <a:spcPts val="3400"/>
              </a:spcBef>
              <a:spcAft>
                <a:spcPts val="0"/>
              </a:spcAft>
              <a:buSzPts val="3000"/>
              <a:buChar char="■"/>
              <a:defRPr/>
            </a:lvl3pPr>
            <a:lvl4pPr marL="1828800" lvl="3" indent="-419100" algn="ctr">
              <a:spcBef>
                <a:spcPts val="3400"/>
              </a:spcBef>
              <a:spcAft>
                <a:spcPts val="0"/>
              </a:spcAft>
              <a:buSzPts val="3000"/>
              <a:buChar char="●"/>
              <a:defRPr/>
            </a:lvl4pPr>
            <a:lvl5pPr marL="2286000" lvl="4" indent="-419100" algn="ctr">
              <a:spcBef>
                <a:spcPts val="3400"/>
              </a:spcBef>
              <a:spcAft>
                <a:spcPts val="0"/>
              </a:spcAft>
              <a:buSzPts val="3000"/>
              <a:buChar char="○"/>
              <a:defRPr/>
            </a:lvl5pPr>
            <a:lvl6pPr marL="2743200" lvl="5" indent="-419100" algn="ctr">
              <a:spcBef>
                <a:spcPts val="3400"/>
              </a:spcBef>
              <a:spcAft>
                <a:spcPts val="0"/>
              </a:spcAft>
              <a:buSzPts val="3000"/>
              <a:buChar char="■"/>
              <a:defRPr/>
            </a:lvl6pPr>
            <a:lvl7pPr marL="3200400" lvl="6" indent="-419100" algn="ctr">
              <a:spcBef>
                <a:spcPts val="3400"/>
              </a:spcBef>
              <a:spcAft>
                <a:spcPts val="0"/>
              </a:spcAft>
              <a:buSzPts val="3000"/>
              <a:buChar char="●"/>
              <a:defRPr/>
            </a:lvl7pPr>
            <a:lvl8pPr marL="3657600" lvl="7" indent="-419100" algn="ctr">
              <a:spcBef>
                <a:spcPts val="3400"/>
              </a:spcBef>
              <a:spcAft>
                <a:spcPts val="0"/>
              </a:spcAft>
              <a:buSzPts val="3000"/>
              <a:buChar char="○"/>
              <a:defRPr/>
            </a:lvl8pPr>
            <a:lvl9pPr marL="4114800" lvl="8" indent="-419100" algn="ctr">
              <a:spcBef>
                <a:spcPts val="3400"/>
              </a:spcBef>
              <a:spcAft>
                <a:spcPts val="3400"/>
              </a:spcAft>
              <a:buSzPts val="3000"/>
              <a:buChar char="■"/>
              <a:defRPr/>
            </a:lvl9pPr>
          </a:lstStyle>
          <a:p>
            <a:endParaRPr/>
          </a:p>
        </p:txBody>
      </p:sp>
      <p:sp>
        <p:nvSpPr>
          <p:cNvPr id="47" name="Google Shape;47;p11"/>
          <p:cNvSpPr txBox="1">
            <a:spLocks noGrp="1"/>
          </p:cNvSpPr>
          <p:nvPr>
            <p:ph type="sldNum" idx="12"/>
          </p:nvPr>
        </p:nvSpPr>
        <p:spPr>
          <a:xfrm>
            <a:off x="13676015" y="19583063"/>
            <a:ext cx="886200" cy="1651800"/>
          </a:xfrm>
          <a:prstGeom prst="rect">
            <a:avLst/>
          </a:prstGeom>
        </p:spPr>
        <p:txBody>
          <a:bodyPr spcFirstLastPara="1" wrap="square" lIns="187150" tIns="187150" rIns="187150" bIns="1871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3676015" y="19583063"/>
            <a:ext cx="886200" cy="1651800"/>
          </a:xfrm>
          <a:prstGeom prst="rect">
            <a:avLst/>
          </a:prstGeom>
        </p:spPr>
        <p:txBody>
          <a:bodyPr spcFirstLastPara="1" wrap="square" lIns="187150" tIns="187150" rIns="187150" bIns="1871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107000" y="6710002"/>
            <a:ext cx="12545400" cy="4629600"/>
          </a:xfrm>
          <a:prstGeom prst="rect">
            <a:avLst/>
          </a:prstGeom>
          <a:noFill/>
          <a:ln>
            <a:noFill/>
          </a:ln>
        </p:spPr>
        <p:txBody>
          <a:bodyPr spcFirstLastPara="1" wrap="square" lIns="211700" tIns="105850" rIns="211700" bIns="105850" anchor="ctr" anchorCtr="0">
            <a:noAutofit/>
          </a:bodyPr>
          <a:lstStyle>
            <a:lvl1pPr lvl="0" algn="ctr">
              <a:spcBef>
                <a:spcPts val="0"/>
              </a:spcBef>
              <a:spcAft>
                <a:spcPts val="0"/>
              </a:spcAft>
              <a:buClr>
                <a:schemeClr val="dk1"/>
              </a:buClr>
              <a:buSzPts val="1200"/>
              <a:buNone/>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a:endParaRPr/>
          </a:p>
        </p:txBody>
      </p:sp>
      <p:sp>
        <p:nvSpPr>
          <p:cNvPr id="58" name="Google Shape;58;p14"/>
          <p:cNvSpPr txBox="1">
            <a:spLocks noGrp="1"/>
          </p:cNvSpPr>
          <p:nvPr>
            <p:ph type="subTitle" idx="1"/>
          </p:nvPr>
        </p:nvSpPr>
        <p:spPr>
          <a:xfrm>
            <a:off x="2214000" y="12240000"/>
            <a:ext cx="10332000" cy="5519400"/>
          </a:xfrm>
          <a:prstGeom prst="rect">
            <a:avLst/>
          </a:prstGeom>
          <a:noFill/>
          <a:ln>
            <a:noFill/>
          </a:ln>
        </p:spPr>
        <p:txBody>
          <a:bodyPr spcFirstLastPara="1" wrap="square" lIns="211700" tIns="105850" rIns="211700" bIns="105850" anchor="t" anchorCtr="0">
            <a:noAutofit/>
          </a:bodyPr>
          <a:lstStyle>
            <a:lvl1pPr lvl="0" algn="ctr">
              <a:spcBef>
                <a:spcPts val="1200"/>
              </a:spcBef>
              <a:spcAft>
                <a:spcPts val="0"/>
              </a:spcAft>
              <a:buClr>
                <a:srgbClr val="888888"/>
              </a:buClr>
              <a:buSzPts val="7600"/>
              <a:buNone/>
              <a:defRPr>
                <a:solidFill>
                  <a:srgbClr val="888888"/>
                </a:solidFill>
              </a:defRPr>
            </a:lvl1pPr>
            <a:lvl2pPr lvl="1" algn="ctr">
              <a:spcBef>
                <a:spcPts val="1200"/>
              </a:spcBef>
              <a:spcAft>
                <a:spcPts val="0"/>
              </a:spcAft>
              <a:buClr>
                <a:srgbClr val="888888"/>
              </a:buClr>
              <a:buSzPts val="6600"/>
              <a:buNone/>
              <a:defRPr>
                <a:solidFill>
                  <a:srgbClr val="888888"/>
                </a:solidFill>
              </a:defRPr>
            </a:lvl2pPr>
            <a:lvl3pPr lvl="2" algn="ctr">
              <a:spcBef>
                <a:spcPts val="800"/>
              </a:spcBef>
              <a:spcAft>
                <a:spcPts val="0"/>
              </a:spcAft>
              <a:buClr>
                <a:srgbClr val="888888"/>
              </a:buClr>
              <a:buSzPts val="5400"/>
              <a:buNone/>
              <a:defRPr>
                <a:solidFill>
                  <a:srgbClr val="888888"/>
                </a:solidFill>
              </a:defRPr>
            </a:lvl3pPr>
            <a:lvl4pPr lvl="3" algn="ctr">
              <a:spcBef>
                <a:spcPts val="800"/>
              </a:spcBef>
              <a:spcAft>
                <a:spcPts val="0"/>
              </a:spcAft>
              <a:buClr>
                <a:srgbClr val="888888"/>
              </a:buClr>
              <a:buSzPts val="4600"/>
              <a:buNone/>
              <a:defRPr>
                <a:solidFill>
                  <a:srgbClr val="888888"/>
                </a:solidFill>
              </a:defRPr>
            </a:lvl4pPr>
            <a:lvl5pPr lvl="4" algn="ctr">
              <a:spcBef>
                <a:spcPts val="800"/>
              </a:spcBef>
              <a:spcAft>
                <a:spcPts val="0"/>
              </a:spcAft>
              <a:buClr>
                <a:srgbClr val="888888"/>
              </a:buClr>
              <a:buSzPts val="4600"/>
              <a:buNone/>
              <a:defRPr>
                <a:solidFill>
                  <a:srgbClr val="888888"/>
                </a:solidFill>
              </a:defRPr>
            </a:lvl5pPr>
            <a:lvl6pPr lvl="5" algn="ctr">
              <a:spcBef>
                <a:spcPts val="800"/>
              </a:spcBef>
              <a:spcAft>
                <a:spcPts val="0"/>
              </a:spcAft>
              <a:buClr>
                <a:srgbClr val="888888"/>
              </a:buClr>
              <a:buSzPts val="4600"/>
              <a:buNone/>
              <a:defRPr>
                <a:solidFill>
                  <a:srgbClr val="888888"/>
                </a:solidFill>
              </a:defRPr>
            </a:lvl6pPr>
            <a:lvl7pPr lvl="6" algn="ctr">
              <a:spcBef>
                <a:spcPts val="800"/>
              </a:spcBef>
              <a:spcAft>
                <a:spcPts val="0"/>
              </a:spcAft>
              <a:buClr>
                <a:srgbClr val="888888"/>
              </a:buClr>
              <a:buSzPts val="4600"/>
              <a:buNone/>
              <a:defRPr>
                <a:solidFill>
                  <a:srgbClr val="888888"/>
                </a:solidFill>
              </a:defRPr>
            </a:lvl7pPr>
            <a:lvl8pPr lvl="7" algn="ctr">
              <a:spcBef>
                <a:spcPts val="800"/>
              </a:spcBef>
              <a:spcAft>
                <a:spcPts val="0"/>
              </a:spcAft>
              <a:buClr>
                <a:srgbClr val="888888"/>
              </a:buClr>
              <a:buSzPts val="4600"/>
              <a:buNone/>
              <a:defRPr>
                <a:solidFill>
                  <a:srgbClr val="888888"/>
                </a:solidFill>
              </a:defRPr>
            </a:lvl8pPr>
            <a:lvl9pPr lvl="8" algn="ctr">
              <a:spcBef>
                <a:spcPts val="800"/>
              </a:spcBef>
              <a:spcAft>
                <a:spcPts val="0"/>
              </a:spcAft>
              <a:buClr>
                <a:srgbClr val="888888"/>
              </a:buClr>
              <a:buSzPts val="4600"/>
              <a:buNone/>
              <a:defRPr>
                <a:solidFill>
                  <a:srgbClr val="888888"/>
                </a:solidFill>
              </a:defRPr>
            </a:lvl9pPr>
          </a:lstStyle>
          <a:p>
            <a:endParaRPr/>
          </a:p>
        </p:txBody>
      </p:sp>
      <p:sp>
        <p:nvSpPr>
          <p:cNvPr id="59" name="Google Shape;59;p14"/>
          <p:cNvSpPr txBox="1">
            <a:spLocks noGrp="1"/>
          </p:cNvSpPr>
          <p:nvPr>
            <p:ph type="dt" idx="10"/>
          </p:nvPr>
        </p:nvSpPr>
        <p:spPr>
          <a:xfrm>
            <a:off x="738000" y="20020002"/>
            <a:ext cx="3444600" cy="1150800"/>
          </a:xfrm>
          <a:prstGeom prst="rect">
            <a:avLst/>
          </a:prstGeom>
          <a:noFill/>
          <a:ln>
            <a:noFill/>
          </a:ln>
        </p:spPr>
        <p:txBody>
          <a:bodyPr spcFirstLastPara="1" wrap="square" lIns="211700" tIns="105850" rIns="211700" bIns="105850" anchor="ctr" anchorCtr="0">
            <a:noAutofit/>
          </a:bodyPr>
          <a:lstStyle>
            <a:lvl1pPr lvl="0" algn="l">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60" name="Google Shape;60;p14"/>
          <p:cNvSpPr txBox="1">
            <a:spLocks noGrp="1"/>
          </p:cNvSpPr>
          <p:nvPr>
            <p:ph type="ftr" idx="11"/>
          </p:nvPr>
        </p:nvSpPr>
        <p:spPr>
          <a:xfrm>
            <a:off x="5043000" y="20020002"/>
            <a:ext cx="4674600" cy="1150800"/>
          </a:xfrm>
          <a:prstGeom prst="rect">
            <a:avLst/>
          </a:prstGeom>
          <a:noFill/>
          <a:ln>
            <a:noFill/>
          </a:ln>
        </p:spPr>
        <p:txBody>
          <a:bodyPr spcFirstLastPara="1" wrap="square" lIns="211700" tIns="105850" rIns="211700" bIns="105850" anchor="ctr" anchorCtr="0">
            <a:noAutofit/>
          </a:bodyPr>
          <a:lstStyle>
            <a:lvl1pPr lvl="0" algn="ctr">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61" name="Google Shape;61;p14"/>
          <p:cNvSpPr txBox="1">
            <a:spLocks noGrp="1"/>
          </p:cNvSpPr>
          <p:nvPr>
            <p:ph type="sldNum" idx="12"/>
          </p:nvPr>
        </p:nvSpPr>
        <p:spPr>
          <a:xfrm>
            <a:off x="10578000" y="20020002"/>
            <a:ext cx="3444600" cy="1150800"/>
          </a:xfrm>
          <a:prstGeom prst="rect">
            <a:avLst/>
          </a:prstGeom>
          <a:noFill/>
          <a:ln>
            <a:noFill/>
          </a:ln>
        </p:spPr>
        <p:txBody>
          <a:bodyPr spcFirstLastPara="1" wrap="square" lIns="211700" tIns="105850" rIns="211700" bIns="105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738000" y="865002"/>
            <a:ext cx="13284600" cy="3600000"/>
          </a:xfrm>
          <a:prstGeom prst="rect">
            <a:avLst/>
          </a:prstGeom>
          <a:noFill/>
          <a:ln>
            <a:noFill/>
          </a:ln>
        </p:spPr>
        <p:txBody>
          <a:bodyPr spcFirstLastPara="1" wrap="square" lIns="211700" tIns="105850" rIns="211700" bIns="105850" anchor="ctr" anchorCtr="0">
            <a:noAutofit/>
          </a:bodyPr>
          <a:lstStyle>
            <a:lvl1pPr lvl="0" algn="ctr">
              <a:spcBef>
                <a:spcPts val="0"/>
              </a:spcBef>
              <a:spcAft>
                <a:spcPts val="0"/>
              </a:spcAft>
              <a:buClr>
                <a:schemeClr val="dk1"/>
              </a:buClr>
              <a:buSzPts val="1200"/>
              <a:buNone/>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a:endParaRPr/>
          </a:p>
        </p:txBody>
      </p:sp>
      <p:sp>
        <p:nvSpPr>
          <p:cNvPr id="64" name="Google Shape;64;p15"/>
          <p:cNvSpPr txBox="1">
            <a:spLocks noGrp="1"/>
          </p:cNvSpPr>
          <p:nvPr>
            <p:ph type="body" idx="1"/>
          </p:nvPr>
        </p:nvSpPr>
        <p:spPr>
          <a:xfrm>
            <a:off x="738000" y="5040001"/>
            <a:ext cx="13284600" cy="14254800"/>
          </a:xfrm>
          <a:prstGeom prst="rect">
            <a:avLst/>
          </a:prstGeom>
          <a:noFill/>
          <a:ln>
            <a:noFill/>
          </a:ln>
        </p:spPr>
        <p:txBody>
          <a:bodyPr spcFirstLastPara="1" wrap="square" lIns="211700" tIns="105850" rIns="211700" bIns="105850" anchor="t" anchorCtr="0">
            <a:noAutofit/>
          </a:bodyPr>
          <a:lstStyle>
            <a:lvl1pPr marL="457200" lvl="0" indent="-304800" algn="l">
              <a:spcBef>
                <a:spcPts val="0"/>
              </a:spcBef>
              <a:spcAft>
                <a:spcPts val="0"/>
              </a:spcAft>
              <a:buClr>
                <a:schemeClr val="dk1"/>
              </a:buClr>
              <a:buSzPts val="1200"/>
              <a:buChar char="•"/>
              <a:defRPr/>
            </a:lvl1pPr>
            <a:lvl2pPr marL="914400" lvl="1" indent="-304800" algn="l">
              <a:spcBef>
                <a:spcPts val="0"/>
              </a:spcBef>
              <a:spcAft>
                <a:spcPts val="0"/>
              </a:spcAft>
              <a:buClr>
                <a:schemeClr val="dk1"/>
              </a:buClr>
              <a:buSzPts val="1200"/>
              <a:buChar char="–"/>
              <a:defRPr/>
            </a:lvl2pPr>
            <a:lvl3pPr marL="1371600" lvl="2" indent="-304800" algn="l">
              <a:spcBef>
                <a:spcPts val="0"/>
              </a:spcBef>
              <a:spcAft>
                <a:spcPts val="0"/>
              </a:spcAft>
              <a:buClr>
                <a:schemeClr val="dk1"/>
              </a:buClr>
              <a:buSzPts val="1200"/>
              <a:buChar char="•"/>
              <a:defRPr/>
            </a:lvl3pPr>
            <a:lvl4pPr marL="1828800" lvl="3" indent="-304800" algn="l">
              <a:spcBef>
                <a:spcPts val="0"/>
              </a:spcBef>
              <a:spcAft>
                <a:spcPts val="0"/>
              </a:spcAft>
              <a:buClr>
                <a:schemeClr val="dk1"/>
              </a:buClr>
              <a:buSzPts val="1200"/>
              <a:buChar char="–"/>
              <a:defRPr/>
            </a:lvl4pPr>
            <a:lvl5pPr marL="2286000" lvl="4" indent="-304800" algn="l">
              <a:spcBef>
                <a:spcPts val="0"/>
              </a:spcBef>
              <a:spcAft>
                <a:spcPts val="0"/>
              </a:spcAft>
              <a:buClr>
                <a:schemeClr val="dk1"/>
              </a:buClr>
              <a:buSzPts val="1200"/>
              <a:buChar char="»"/>
              <a:defRPr/>
            </a:lvl5pPr>
            <a:lvl6pPr marL="2743200" lvl="5" indent="-304800" algn="l">
              <a:spcBef>
                <a:spcPts val="0"/>
              </a:spcBef>
              <a:spcAft>
                <a:spcPts val="0"/>
              </a:spcAft>
              <a:buClr>
                <a:schemeClr val="dk1"/>
              </a:buClr>
              <a:buSzPts val="1200"/>
              <a:buChar char="•"/>
              <a:defRPr/>
            </a:lvl6pPr>
            <a:lvl7pPr marL="3200400" lvl="6" indent="-304800" algn="l">
              <a:spcBef>
                <a:spcPts val="0"/>
              </a:spcBef>
              <a:spcAft>
                <a:spcPts val="0"/>
              </a:spcAft>
              <a:buClr>
                <a:schemeClr val="dk1"/>
              </a:buClr>
              <a:buSzPts val="1200"/>
              <a:buChar char="•"/>
              <a:defRPr/>
            </a:lvl7pPr>
            <a:lvl8pPr marL="3657600" lvl="7" indent="-304800" algn="l">
              <a:spcBef>
                <a:spcPts val="0"/>
              </a:spcBef>
              <a:spcAft>
                <a:spcPts val="0"/>
              </a:spcAft>
              <a:buClr>
                <a:schemeClr val="dk1"/>
              </a:buClr>
              <a:buSzPts val="1200"/>
              <a:buChar char="•"/>
              <a:defRPr/>
            </a:lvl8pPr>
            <a:lvl9pPr marL="4114800" lvl="8" indent="-304800" algn="l">
              <a:spcBef>
                <a:spcPts val="0"/>
              </a:spcBef>
              <a:spcAft>
                <a:spcPts val="0"/>
              </a:spcAft>
              <a:buClr>
                <a:schemeClr val="dk1"/>
              </a:buClr>
              <a:buSzPts val="1200"/>
              <a:buChar char="•"/>
              <a:defRPr/>
            </a:lvl9pPr>
          </a:lstStyle>
          <a:p>
            <a:endParaRPr/>
          </a:p>
        </p:txBody>
      </p:sp>
      <p:sp>
        <p:nvSpPr>
          <p:cNvPr id="65" name="Google Shape;65;p15"/>
          <p:cNvSpPr txBox="1">
            <a:spLocks noGrp="1"/>
          </p:cNvSpPr>
          <p:nvPr>
            <p:ph type="dt" idx="10"/>
          </p:nvPr>
        </p:nvSpPr>
        <p:spPr>
          <a:xfrm>
            <a:off x="738000" y="20020002"/>
            <a:ext cx="3444600" cy="1150800"/>
          </a:xfrm>
          <a:prstGeom prst="rect">
            <a:avLst/>
          </a:prstGeom>
          <a:noFill/>
          <a:ln>
            <a:noFill/>
          </a:ln>
        </p:spPr>
        <p:txBody>
          <a:bodyPr spcFirstLastPara="1" wrap="square" lIns="211700" tIns="105850" rIns="211700" bIns="105850" anchor="ctr" anchorCtr="0">
            <a:noAutofit/>
          </a:bodyPr>
          <a:lstStyle>
            <a:lvl1pPr lvl="0" algn="l">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66" name="Google Shape;66;p15"/>
          <p:cNvSpPr txBox="1">
            <a:spLocks noGrp="1"/>
          </p:cNvSpPr>
          <p:nvPr>
            <p:ph type="ftr" idx="11"/>
          </p:nvPr>
        </p:nvSpPr>
        <p:spPr>
          <a:xfrm>
            <a:off x="5043000" y="20020002"/>
            <a:ext cx="4674600" cy="1150800"/>
          </a:xfrm>
          <a:prstGeom prst="rect">
            <a:avLst/>
          </a:prstGeom>
          <a:noFill/>
          <a:ln>
            <a:noFill/>
          </a:ln>
        </p:spPr>
        <p:txBody>
          <a:bodyPr spcFirstLastPara="1" wrap="square" lIns="211700" tIns="105850" rIns="211700" bIns="105850" anchor="ctr" anchorCtr="0">
            <a:noAutofit/>
          </a:bodyPr>
          <a:lstStyle>
            <a:lvl1pPr lvl="0" algn="ctr">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67" name="Google Shape;67;p15"/>
          <p:cNvSpPr txBox="1">
            <a:spLocks noGrp="1"/>
          </p:cNvSpPr>
          <p:nvPr>
            <p:ph type="sldNum" idx="12"/>
          </p:nvPr>
        </p:nvSpPr>
        <p:spPr>
          <a:xfrm>
            <a:off x="10578000" y="20020002"/>
            <a:ext cx="3444600" cy="1150800"/>
          </a:xfrm>
          <a:prstGeom prst="rect">
            <a:avLst/>
          </a:prstGeom>
          <a:noFill/>
          <a:ln>
            <a:noFill/>
          </a:ln>
        </p:spPr>
        <p:txBody>
          <a:bodyPr spcFirstLastPara="1" wrap="square" lIns="211700" tIns="105850" rIns="211700" bIns="105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1165938" y="13880001"/>
            <a:ext cx="12545400" cy="4290300"/>
          </a:xfrm>
          <a:prstGeom prst="rect">
            <a:avLst/>
          </a:prstGeom>
          <a:noFill/>
          <a:ln>
            <a:noFill/>
          </a:ln>
        </p:spPr>
        <p:txBody>
          <a:bodyPr spcFirstLastPara="1" wrap="square" lIns="211700" tIns="105850" rIns="211700" bIns="105850" anchor="t" anchorCtr="0">
            <a:noAutofit/>
          </a:bodyPr>
          <a:lstStyle>
            <a:lvl1pPr lvl="0" algn="l">
              <a:spcBef>
                <a:spcPts val="0"/>
              </a:spcBef>
              <a:spcAft>
                <a:spcPts val="0"/>
              </a:spcAft>
              <a:buClr>
                <a:schemeClr val="dk1"/>
              </a:buClr>
              <a:buSzPts val="9200"/>
              <a:buFont typeface="Calibri"/>
              <a:buNone/>
              <a:defRPr sz="9200" b="1" cap="none"/>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a:endParaRPr/>
          </a:p>
        </p:txBody>
      </p:sp>
      <p:sp>
        <p:nvSpPr>
          <p:cNvPr id="70" name="Google Shape;70;p16"/>
          <p:cNvSpPr txBox="1">
            <a:spLocks noGrp="1"/>
          </p:cNvSpPr>
          <p:nvPr>
            <p:ph type="body" idx="1"/>
          </p:nvPr>
        </p:nvSpPr>
        <p:spPr>
          <a:xfrm>
            <a:off x="1165938" y="9155002"/>
            <a:ext cx="12545400" cy="4726200"/>
          </a:xfrm>
          <a:prstGeom prst="rect">
            <a:avLst/>
          </a:prstGeom>
          <a:noFill/>
          <a:ln>
            <a:noFill/>
          </a:ln>
        </p:spPr>
        <p:txBody>
          <a:bodyPr spcFirstLastPara="1" wrap="square" lIns="211700" tIns="105850" rIns="211700" bIns="105850" anchor="b" anchorCtr="0">
            <a:noAutofit/>
          </a:bodyPr>
          <a:lstStyle>
            <a:lvl1pPr marL="457200" lvl="0" indent="-228600" algn="l">
              <a:spcBef>
                <a:spcPts val="800"/>
              </a:spcBef>
              <a:spcAft>
                <a:spcPts val="0"/>
              </a:spcAft>
              <a:buClr>
                <a:srgbClr val="888888"/>
              </a:buClr>
              <a:buSzPts val="4600"/>
              <a:buNone/>
              <a:defRPr sz="4600">
                <a:solidFill>
                  <a:srgbClr val="888888"/>
                </a:solidFill>
              </a:defRPr>
            </a:lvl1pPr>
            <a:lvl2pPr marL="914400" lvl="1" indent="-228600" algn="l">
              <a:spcBef>
                <a:spcPts val="800"/>
              </a:spcBef>
              <a:spcAft>
                <a:spcPts val="0"/>
              </a:spcAft>
              <a:buClr>
                <a:srgbClr val="888888"/>
              </a:buClr>
              <a:buSzPts val="4200"/>
              <a:buNone/>
              <a:defRPr sz="4200">
                <a:solidFill>
                  <a:srgbClr val="888888"/>
                </a:solidFill>
              </a:defRPr>
            </a:lvl2pPr>
            <a:lvl3pPr marL="1371600" lvl="2" indent="-228600" algn="l">
              <a:spcBef>
                <a:spcPts val="800"/>
              </a:spcBef>
              <a:spcAft>
                <a:spcPts val="0"/>
              </a:spcAft>
              <a:buClr>
                <a:srgbClr val="888888"/>
              </a:buClr>
              <a:buSzPts val="3800"/>
              <a:buNone/>
              <a:defRPr sz="3800">
                <a:solidFill>
                  <a:srgbClr val="888888"/>
                </a:solidFill>
              </a:defRPr>
            </a:lvl3pPr>
            <a:lvl4pPr marL="1828800" lvl="3" indent="-228600" algn="l">
              <a:spcBef>
                <a:spcPts val="400"/>
              </a:spcBef>
              <a:spcAft>
                <a:spcPts val="0"/>
              </a:spcAft>
              <a:buClr>
                <a:srgbClr val="888888"/>
              </a:buClr>
              <a:buSzPts val="3400"/>
              <a:buNone/>
              <a:defRPr sz="3400">
                <a:solidFill>
                  <a:srgbClr val="888888"/>
                </a:solidFill>
              </a:defRPr>
            </a:lvl4pPr>
            <a:lvl5pPr marL="2286000" lvl="4" indent="-228600" algn="l">
              <a:spcBef>
                <a:spcPts val="400"/>
              </a:spcBef>
              <a:spcAft>
                <a:spcPts val="0"/>
              </a:spcAft>
              <a:buClr>
                <a:srgbClr val="888888"/>
              </a:buClr>
              <a:buSzPts val="3400"/>
              <a:buNone/>
              <a:defRPr sz="3400">
                <a:solidFill>
                  <a:srgbClr val="888888"/>
                </a:solidFill>
              </a:defRPr>
            </a:lvl5pPr>
            <a:lvl6pPr marL="2743200" lvl="5" indent="-228600" algn="l">
              <a:spcBef>
                <a:spcPts val="400"/>
              </a:spcBef>
              <a:spcAft>
                <a:spcPts val="0"/>
              </a:spcAft>
              <a:buClr>
                <a:srgbClr val="888888"/>
              </a:buClr>
              <a:buSzPts val="3400"/>
              <a:buNone/>
              <a:defRPr sz="3400">
                <a:solidFill>
                  <a:srgbClr val="888888"/>
                </a:solidFill>
              </a:defRPr>
            </a:lvl6pPr>
            <a:lvl7pPr marL="3200400" lvl="6" indent="-228600" algn="l">
              <a:spcBef>
                <a:spcPts val="400"/>
              </a:spcBef>
              <a:spcAft>
                <a:spcPts val="0"/>
              </a:spcAft>
              <a:buClr>
                <a:srgbClr val="888888"/>
              </a:buClr>
              <a:buSzPts val="3400"/>
              <a:buNone/>
              <a:defRPr sz="3400">
                <a:solidFill>
                  <a:srgbClr val="888888"/>
                </a:solidFill>
              </a:defRPr>
            </a:lvl7pPr>
            <a:lvl8pPr marL="3657600" lvl="7" indent="-228600" algn="l">
              <a:spcBef>
                <a:spcPts val="400"/>
              </a:spcBef>
              <a:spcAft>
                <a:spcPts val="0"/>
              </a:spcAft>
              <a:buClr>
                <a:srgbClr val="888888"/>
              </a:buClr>
              <a:buSzPts val="3400"/>
              <a:buNone/>
              <a:defRPr sz="3400">
                <a:solidFill>
                  <a:srgbClr val="888888"/>
                </a:solidFill>
              </a:defRPr>
            </a:lvl8pPr>
            <a:lvl9pPr marL="4114800" lvl="8" indent="-228600" algn="l">
              <a:spcBef>
                <a:spcPts val="400"/>
              </a:spcBef>
              <a:spcAft>
                <a:spcPts val="0"/>
              </a:spcAft>
              <a:buClr>
                <a:srgbClr val="888888"/>
              </a:buClr>
              <a:buSzPts val="3400"/>
              <a:buNone/>
              <a:defRPr sz="3400">
                <a:solidFill>
                  <a:srgbClr val="888888"/>
                </a:solidFill>
              </a:defRPr>
            </a:lvl9pPr>
          </a:lstStyle>
          <a:p>
            <a:endParaRPr/>
          </a:p>
        </p:txBody>
      </p:sp>
      <p:sp>
        <p:nvSpPr>
          <p:cNvPr id="71" name="Google Shape;71;p16"/>
          <p:cNvSpPr txBox="1">
            <a:spLocks noGrp="1"/>
          </p:cNvSpPr>
          <p:nvPr>
            <p:ph type="dt" idx="10"/>
          </p:nvPr>
        </p:nvSpPr>
        <p:spPr>
          <a:xfrm>
            <a:off x="738000" y="20020002"/>
            <a:ext cx="3444600" cy="1150800"/>
          </a:xfrm>
          <a:prstGeom prst="rect">
            <a:avLst/>
          </a:prstGeom>
          <a:noFill/>
          <a:ln>
            <a:noFill/>
          </a:ln>
        </p:spPr>
        <p:txBody>
          <a:bodyPr spcFirstLastPara="1" wrap="square" lIns="211700" tIns="105850" rIns="211700" bIns="105850" anchor="ctr" anchorCtr="0">
            <a:noAutofit/>
          </a:bodyPr>
          <a:lstStyle>
            <a:lvl1pPr lvl="0" algn="l">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72" name="Google Shape;72;p16"/>
          <p:cNvSpPr txBox="1">
            <a:spLocks noGrp="1"/>
          </p:cNvSpPr>
          <p:nvPr>
            <p:ph type="ftr" idx="11"/>
          </p:nvPr>
        </p:nvSpPr>
        <p:spPr>
          <a:xfrm>
            <a:off x="5043000" y="20020002"/>
            <a:ext cx="4674600" cy="1150800"/>
          </a:xfrm>
          <a:prstGeom prst="rect">
            <a:avLst/>
          </a:prstGeom>
          <a:noFill/>
          <a:ln>
            <a:noFill/>
          </a:ln>
        </p:spPr>
        <p:txBody>
          <a:bodyPr spcFirstLastPara="1" wrap="square" lIns="211700" tIns="105850" rIns="211700" bIns="105850" anchor="ctr" anchorCtr="0">
            <a:noAutofit/>
          </a:bodyPr>
          <a:lstStyle>
            <a:lvl1pPr lvl="0" algn="ctr">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73" name="Google Shape;73;p16"/>
          <p:cNvSpPr txBox="1">
            <a:spLocks noGrp="1"/>
          </p:cNvSpPr>
          <p:nvPr>
            <p:ph type="sldNum" idx="12"/>
          </p:nvPr>
        </p:nvSpPr>
        <p:spPr>
          <a:xfrm>
            <a:off x="10578000" y="20020002"/>
            <a:ext cx="3444600" cy="1150800"/>
          </a:xfrm>
          <a:prstGeom prst="rect">
            <a:avLst/>
          </a:prstGeom>
          <a:noFill/>
          <a:ln>
            <a:noFill/>
          </a:ln>
        </p:spPr>
        <p:txBody>
          <a:bodyPr spcFirstLastPara="1" wrap="square" lIns="211700" tIns="105850" rIns="211700" bIns="105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738000" y="865002"/>
            <a:ext cx="13284600" cy="3600000"/>
          </a:xfrm>
          <a:prstGeom prst="rect">
            <a:avLst/>
          </a:prstGeom>
          <a:noFill/>
          <a:ln>
            <a:noFill/>
          </a:ln>
        </p:spPr>
        <p:txBody>
          <a:bodyPr spcFirstLastPara="1" wrap="square" lIns="211700" tIns="105850" rIns="211700" bIns="105850" anchor="ctr" anchorCtr="0">
            <a:noAutofit/>
          </a:bodyPr>
          <a:lstStyle>
            <a:lvl1pPr lvl="0" algn="ctr">
              <a:spcBef>
                <a:spcPts val="0"/>
              </a:spcBef>
              <a:spcAft>
                <a:spcPts val="0"/>
              </a:spcAft>
              <a:buClr>
                <a:schemeClr val="dk1"/>
              </a:buClr>
              <a:buSzPts val="1200"/>
              <a:buNone/>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a:endParaRPr/>
          </a:p>
        </p:txBody>
      </p:sp>
      <p:sp>
        <p:nvSpPr>
          <p:cNvPr id="76" name="Google Shape;76;p17"/>
          <p:cNvSpPr txBox="1">
            <a:spLocks noGrp="1"/>
          </p:cNvSpPr>
          <p:nvPr>
            <p:ph type="body" idx="1"/>
          </p:nvPr>
        </p:nvSpPr>
        <p:spPr>
          <a:xfrm>
            <a:off x="1742500" y="23815002"/>
            <a:ext cx="15568800" cy="67354800"/>
          </a:xfrm>
          <a:prstGeom prst="rect">
            <a:avLst/>
          </a:prstGeom>
          <a:noFill/>
          <a:ln>
            <a:noFill/>
          </a:ln>
        </p:spPr>
        <p:txBody>
          <a:bodyPr spcFirstLastPara="1" wrap="square" lIns="211700" tIns="105850" rIns="211700" bIns="105850" anchor="t" anchorCtr="0">
            <a:noAutofit/>
          </a:bodyPr>
          <a:lstStyle>
            <a:lvl1pPr marL="457200" lvl="0" indent="-647700" algn="l">
              <a:spcBef>
                <a:spcPts val="1200"/>
              </a:spcBef>
              <a:spcAft>
                <a:spcPts val="0"/>
              </a:spcAft>
              <a:buClr>
                <a:schemeClr val="dk1"/>
              </a:buClr>
              <a:buSzPts val="6600"/>
              <a:buChar char="•"/>
              <a:defRPr sz="6600"/>
            </a:lvl1pPr>
            <a:lvl2pPr marL="914400" lvl="1" indent="-571500" algn="l">
              <a:spcBef>
                <a:spcPts val="800"/>
              </a:spcBef>
              <a:spcAft>
                <a:spcPts val="0"/>
              </a:spcAft>
              <a:buClr>
                <a:schemeClr val="dk1"/>
              </a:buClr>
              <a:buSzPts val="5400"/>
              <a:buChar char="–"/>
              <a:defRPr sz="5400"/>
            </a:lvl2pPr>
            <a:lvl3pPr marL="1371600" lvl="2" indent="-520700" algn="l">
              <a:spcBef>
                <a:spcPts val="800"/>
              </a:spcBef>
              <a:spcAft>
                <a:spcPts val="0"/>
              </a:spcAft>
              <a:buClr>
                <a:schemeClr val="dk1"/>
              </a:buClr>
              <a:buSzPts val="4600"/>
              <a:buChar char="•"/>
              <a:defRPr sz="4600"/>
            </a:lvl3pPr>
            <a:lvl4pPr marL="1828800" lvl="3" indent="-495300" algn="l">
              <a:spcBef>
                <a:spcPts val="800"/>
              </a:spcBef>
              <a:spcAft>
                <a:spcPts val="0"/>
              </a:spcAft>
              <a:buClr>
                <a:schemeClr val="dk1"/>
              </a:buClr>
              <a:buSzPts val="4200"/>
              <a:buChar char="–"/>
              <a:defRPr sz="4200"/>
            </a:lvl4pPr>
            <a:lvl5pPr marL="2286000" lvl="4" indent="-495300" algn="l">
              <a:spcBef>
                <a:spcPts val="800"/>
              </a:spcBef>
              <a:spcAft>
                <a:spcPts val="0"/>
              </a:spcAft>
              <a:buClr>
                <a:schemeClr val="dk1"/>
              </a:buClr>
              <a:buSzPts val="4200"/>
              <a:buChar char="»"/>
              <a:defRPr sz="4200"/>
            </a:lvl5pPr>
            <a:lvl6pPr marL="2743200" lvl="5" indent="-495300" algn="l">
              <a:spcBef>
                <a:spcPts val="800"/>
              </a:spcBef>
              <a:spcAft>
                <a:spcPts val="0"/>
              </a:spcAft>
              <a:buClr>
                <a:schemeClr val="dk1"/>
              </a:buClr>
              <a:buSzPts val="4200"/>
              <a:buChar char="•"/>
              <a:defRPr sz="4200"/>
            </a:lvl6pPr>
            <a:lvl7pPr marL="3200400" lvl="6" indent="-495300" algn="l">
              <a:spcBef>
                <a:spcPts val="800"/>
              </a:spcBef>
              <a:spcAft>
                <a:spcPts val="0"/>
              </a:spcAft>
              <a:buClr>
                <a:schemeClr val="dk1"/>
              </a:buClr>
              <a:buSzPts val="4200"/>
              <a:buChar char="•"/>
              <a:defRPr sz="4200"/>
            </a:lvl7pPr>
            <a:lvl8pPr marL="3657600" lvl="7" indent="-495300" algn="l">
              <a:spcBef>
                <a:spcPts val="800"/>
              </a:spcBef>
              <a:spcAft>
                <a:spcPts val="0"/>
              </a:spcAft>
              <a:buClr>
                <a:schemeClr val="dk1"/>
              </a:buClr>
              <a:buSzPts val="4200"/>
              <a:buChar char="•"/>
              <a:defRPr sz="4200"/>
            </a:lvl8pPr>
            <a:lvl9pPr marL="4114800" lvl="8" indent="-495300" algn="l">
              <a:spcBef>
                <a:spcPts val="800"/>
              </a:spcBef>
              <a:spcAft>
                <a:spcPts val="0"/>
              </a:spcAft>
              <a:buClr>
                <a:schemeClr val="dk1"/>
              </a:buClr>
              <a:buSzPts val="4200"/>
              <a:buChar char="•"/>
              <a:defRPr sz="4200"/>
            </a:lvl9pPr>
          </a:lstStyle>
          <a:p>
            <a:endParaRPr/>
          </a:p>
        </p:txBody>
      </p:sp>
      <p:sp>
        <p:nvSpPr>
          <p:cNvPr id="77" name="Google Shape;77;p17"/>
          <p:cNvSpPr txBox="1">
            <a:spLocks noGrp="1"/>
          </p:cNvSpPr>
          <p:nvPr>
            <p:ph type="body" idx="2"/>
          </p:nvPr>
        </p:nvSpPr>
        <p:spPr>
          <a:xfrm>
            <a:off x="17558250" y="23815002"/>
            <a:ext cx="15568800" cy="67354800"/>
          </a:xfrm>
          <a:prstGeom prst="rect">
            <a:avLst/>
          </a:prstGeom>
          <a:noFill/>
          <a:ln>
            <a:noFill/>
          </a:ln>
        </p:spPr>
        <p:txBody>
          <a:bodyPr spcFirstLastPara="1" wrap="square" lIns="211700" tIns="105850" rIns="211700" bIns="105850" anchor="t" anchorCtr="0">
            <a:noAutofit/>
          </a:bodyPr>
          <a:lstStyle>
            <a:lvl1pPr marL="457200" lvl="0" indent="-647700" algn="l">
              <a:spcBef>
                <a:spcPts val="1200"/>
              </a:spcBef>
              <a:spcAft>
                <a:spcPts val="0"/>
              </a:spcAft>
              <a:buClr>
                <a:schemeClr val="dk1"/>
              </a:buClr>
              <a:buSzPts val="6600"/>
              <a:buChar char="•"/>
              <a:defRPr sz="6600"/>
            </a:lvl1pPr>
            <a:lvl2pPr marL="914400" lvl="1" indent="-571500" algn="l">
              <a:spcBef>
                <a:spcPts val="800"/>
              </a:spcBef>
              <a:spcAft>
                <a:spcPts val="0"/>
              </a:spcAft>
              <a:buClr>
                <a:schemeClr val="dk1"/>
              </a:buClr>
              <a:buSzPts val="5400"/>
              <a:buChar char="–"/>
              <a:defRPr sz="5400"/>
            </a:lvl2pPr>
            <a:lvl3pPr marL="1371600" lvl="2" indent="-520700" algn="l">
              <a:spcBef>
                <a:spcPts val="800"/>
              </a:spcBef>
              <a:spcAft>
                <a:spcPts val="0"/>
              </a:spcAft>
              <a:buClr>
                <a:schemeClr val="dk1"/>
              </a:buClr>
              <a:buSzPts val="4600"/>
              <a:buChar char="•"/>
              <a:defRPr sz="4600"/>
            </a:lvl3pPr>
            <a:lvl4pPr marL="1828800" lvl="3" indent="-495300" algn="l">
              <a:spcBef>
                <a:spcPts val="800"/>
              </a:spcBef>
              <a:spcAft>
                <a:spcPts val="0"/>
              </a:spcAft>
              <a:buClr>
                <a:schemeClr val="dk1"/>
              </a:buClr>
              <a:buSzPts val="4200"/>
              <a:buChar char="–"/>
              <a:defRPr sz="4200"/>
            </a:lvl4pPr>
            <a:lvl5pPr marL="2286000" lvl="4" indent="-495300" algn="l">
              <a:spcBef>
                <a:spcPts val="800"/>
              </a:spcBef>
              <a:spcAft>
                <a:spcPts val="0"/>
              </a:spcAft>
              <a:buClr>
                <a:schemeClr val="dk1"/>
              </a:buClr>
              <a:buSzPts val="4200"/>
              <a:buChar char="»"/>
              <a:defRPr sz="4200"/>
            </a:lvl5pPr>
            <a:lvl6pPr marL="2743200" lvl="5" indent="-495300" algn="l">
              <a:spcBef>
                <a:spcPts val="800"/>
              </a:spcBef>
              <a:spcAft>
                <a:spcPts val="0"/>
              </a:spcAft>
              <a:buClr>
                <a:schemeClr val="dk1"/>
              </a:buClr>
              <a:buSzPts val="4200"/>
              <a:buChar char="•"/>
              <a:defRPr sz="4200"/>
            </a:lvl6pPr>
            <a:lvl7pPr marL="3200400" lvl="6" indent="-495300" algn="l">
              <a:spcBef>
                <a:spcPts val="800"/>
              </a:spcBef>
              <a:spcAft>
                <a:spcPts val="0"/>
              </a:spcAft>
              <a:buClr>
                <a:schemeClr val="dk1"/>
              </a:buClr>
              <a:buSzPts val="4200"/>
              <a:buChar char="•"/>
              <a:defRPr sz="4200"/>
            </a:lvl7pPr>
            <a:lvl8pPr marL="3657600" lvl="7" indent="-495300" algn="l">
              <a:spcBef>
                <a:spcPts val="800"/>
              </a:spcBef>
              <a:spcAft>
                <a:spcPts val="0"/>
              </a:spcAft>
              <a:buClr>
                <a:schemeClr val="dk1"/>
              </a:buClr>
              <a:buSzPts val="4200"/>
              <a:buChar char="•"/>
              <a:defRPr sz="4200"/>
            </a:lvl8pPr>
            <a:lvl9pPr marL="4114800" lvl="8" indent="-495300" algn="l">
              <a:spcBef>
                <a:spcPts val="800"/>
              </a:spcBef>
              <a:spcAft>
                <a:spcPts val="0"/>
              </a:spcAft>
              <a:buClr>
                <a:schemeClr val="dk1"/>
              </a:buClr>
              <a:buSzPts val="4200"/>
              <a:buChar char="•"/>
              <a:defRPr sz="4200"/>
            </a:lvl9pPr>
          </a:lstStyle>
          <a:p>
            <a:endParaRPr/>
          </a:p>
        </p:txBody>
      </p:sp>
      <p:sp>
        <p:nvSpPr>
          <p:cNvPr id="78" name="Google Shape;78;p17"/>
          <p:cNvSpPr txBox="1">
            <a:spLocks noGrp="1"/>
          </p:cNvSpPr>
          <p:nvPr>
            <p:ph type="dt" idx="10"/>
          </p:nvPr>
        </p:nvSpPr>
        <p:spPr>
          <a:xfrm>
            <a:off x="738000" y="20020002"/>
            <a:ext cx="3444600" cy="1150800"/>
          </a:xfrm>
          <a:prstGeom prst="rect">
            <a:avLst/>
          </a:prstGeom>
          <a:noFill/>
          <a:ln>
            <a:noFill/>
          </a:ln>
        </p:spPr>
        <p:txBody>
          <a:bodyPr spcFirstLastPara="1" wrap="square" lIns="211700" tIns="105850" rIns="211700" bIns="105850" anchor="ctr" anchorCtr="0">
            <a:noAutofit/>
          </a:bodyPr>
          <a:lstStyle>
            <a:lvl1pPr lvl="0" algn="l">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79" name="Google Shape;79;p17"/>
          <p:cNvSpPr txBox="1">
            <a:spLocks noGrp="1"/>
          </p:cNvSpPr>
          <p:nvPr>
            <p:ph type="ftr" idx="11"/>
          </p:nvPr>
        </p:nvSpPr>
        <p:spPr>
          <a:xfrm>
            <a:off x="5043000" y="20020002"/>
            <a:ext cx="4674600" cy="1150800"/>
          </a:xfrm>
          <a:prstGeom prst="rect">
            <a:avLst/>
          </a:prstGeom>
          <a:noFill/>
          <a:ln>
            <a:noFill/>
          </a:ln>
        </p:spPr>
        <p:txBody>
          <a:bodyPr spcFirstLastPara="1" wrap="square" lIns="211700" tIns="105850" rIns="211700" bIns="105850" anchor="ctr" anchorCtr="0">
            <a:noAutofit/>
          </a:bodyPr>
          <a:lstStyle>
            <a:lvl1pPr lvl="0" algn="ctr">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80" name="Google Shape;80;p17"/>
          <p:cNvSpPr txBox="1">
            <a:spLocks noGrp="1"/>
          </p:cNvSpPr>
          <p:nvPr>
            <p:ph type="sldNum" idx="12"/>
          </p:nvPr>
        </p:nvSpPr>
        <p:spPr>
          <a:xfrm>
            <a:off x="10578000" y="20020002"/>
            <a:ext cx="3444600" cy="1150800"/>
          </a:xfrm>
          <a:prstGeom prst="rect">
            <a:avLst/>
          </a:prstGeom>
          <a:noFill/>
          <a:ln>
            <a:noFill/>
          </a:ln>
        </p:spPr>
        <p:txBody>
          <a:bodyPr spcFirstLastPara="1" wrap="square" lIns="211700" tIns="105850" rIns="211700" bIns="105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738000" y="865002"/>
            <a:ext cx="13284600" cy="3600000"/>
          </a:xfrm>
          <a:prstGeom prst="rect">
            <a:avLst/>
          </a:prstGeom>
          <a:noFill/>
          <a:ln>
            <a:noFill/>
          </a:ln>
        </p:spPr>
        <p:txBody>
          <a:bodyPr spcFirstLastPara="1" wrap="square" lIns="211700" tIns="105850" rIns="211700" bIns="105850" anchor="ctr" anchorCtr="0">
            <a:noAutofit/>
          </a:bodyPr>
          <a:lstStyle>
            <a:lvl1pPr lvl="0" algn="ctr">
              <a:spcBef>
                <a:spcPts val="0"/>
              </a:spcBef>
              <a:spcAft>
                <a:spcPts val="0"/>
              </a:spcAft>
              <a:buClr>
                <a:schemeClr val="dk1"/>
              </a:buClr>
              <a:buSzPts val="10000"/>
              <a:buFont typeface="Calibri"/>
              <a:buNone/>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a:endParaRPr/>
          </a:p>
        </p:txBody>
      </p:sp>
      <p:sp>
        <p:nvSpPr>
          <p:cNvPr id="83" name="Google Shape;83;p18"/>
          <p:cNvSpPr txBox="1">
            <a:spLocks noGrp="1"/>
          </p:cNvSpPr>
          <p:nvPr>
            <p:ph type="body" idx="1"/>
          </p:nvPr>
        </p:nvSpPr>
        <p:spPr>
          <a:xfrm>
            <a:off x="738000" y="4835002"/>
            <a:ext cx="6522000" cy="2016000"/>
          </a:xfrm>
          <a:prstGeom prst="rect">
            <a:avLst/>
          </a:prstGeom>
          <a:noFill/>
          <a:ln>
            <a:noFill/>
          </a:ln>
        </p:spPr>
        <p:txBody>
          <a:bodyPr spcFirstLastPara="1" wrap="square" lIns="211700" tIns="105850" rIns="211700" bIns="105850" anchor="b" anchorCtr="0">
            <a:noAutofit/>
          </a:bodyPr>
          <a:lstStyle>
            <a:lvl1pPr marL="457200" lvl="0" indent="-228600" algn="l">
              <a:spcBef>
                <a:spcPts val="800"/>
              </a:spcBef>
              <a:spcAft>
                <a:spcPts val="0"/>
              </a:spcAft>
              <a:buClr>
                <a:schemeClr val="dk1"/>
              </a:buClr>
              <a:buSzPts val="5400"/>
              <a:buNone/>
              <a:defRPr sz="5400" b="1"/>
            </a:lvl1pPr>
            <a:lvl2pPr marL="914400" lvl="1" indent="-228600" algn="l">
              <a:spcBef>
                <a:spcPts val="800"/>
              </a:spcBef>
              <a:spcAft>
                <a:spcPts val="0"/>
              </a:spcAft>
              <a:buClr>
                <a:schemeClr val="dk1"/>
              </a:buClr>
              <a:buSzPts val="4600"/>
              <a:buNone/>
              <a:defRPr sz="4600" b="1"/>
            </a:lvl2pPr>
            <a:lvl3pPr marL="1371600" lvl="2" indent="-228600" algn="l">
              <a:spcBef>
                <a:spcPts val="800"/>
              </a:spcBef>
              <a:spcAft>
                <a:spcPts val="0"/>
              </a:spcAft>
              <a:buClr>
                <a:schemeClr val="dk1"/>
              </a:buClr>
              <a:buSzPts val="4200"/>
              <a:buNone/>
              <a:defRPr sz="4200" b="1"/>
            </a:lvl3pPr>
            <a:lvl4pPr marL="1828800" lvl="3" indent="-228600" algn="l">
              <a:spcBef>
                <a:spcPts val="800"/>
              </a:spcBef>
              <a:spcAft>
                <a:spcPts val="0"/>
              </a:spcAft>
              <a:buClr>
                <a:schemeClr val="dk1"/>
              </a:buClr>
              <a:buSzPts val="3800"/>
              <a:buNone/>
              <a:defRPr sz="3800" b="1"/>
            </a:lvl4pPr>
            <a:lvl5pPr marL="2286000" lvl="4" indent="-228600" algn="l">
              <a:spcBef>
                <a:spcPts val="800"/>
              </a:spcBef>
              <a:spcAft>
                <a:spcPts val="0"/>
              </a:spcAft>
              <a:buClr>
                <a:schemeClr val="dk1"/>
              </a:buClr>
              <a:buSzPts val="3800"/>
              <a:buNone/>
              <a:defRPr sz="3800" b="1"/>
            </a:lvl5pPr>
            <a:lvl6pPr marL="2743200" lvl="5" indent="-228600" algn="l">
              <a:spcBef>
                <a:spcPts val="800"/>
              </a:spcBef>
              <a:spcAft>
                <a:spcPts val="0"/>
              </a:spcAft>
              <a:buClr>
                <a:schemeClr val="dk1"/>
              </a:buClr>
              <a:buSzPts val="3800"/>
              <a:buNone/>
              <a:defRPr sz="3800" b="1"/>
            </a:lvl6pPr>
            <a:lvl7pPr marL="3200400" lvl="6" indent="-228600" algn="l">
              <a:spcBef>
                <a:spcPts val="800"/>
              </a:spcBef>
              <a:spcAft>
                <a:spcPts val="0"/>
              </a:spcAft>
              <a:buClr>
                <a:schemeClr val="dk1"/>
              </a:buClr>
              <a:buSzPts val="3800"/>
              <a:buNone/>
              <a:defRPr sz="3800" b="1"/>
            </a:lvl7pPr>
            <a:lvl8pPr marL="3657600" lvl="7" indent="-228600" algn="l">
              <a:spcBef>
                <a:spcPts val="800"/>
              </a:spcBef>
              <a:spcAft>
                <a:spcPts val="0"/>
              </a:spcAft>
              <a:buClr>
                <a:schemeClr val="dk1"/>
              </a:buClr>
              <a:buSzPts val="3800"/>
              <a:buNone/>
              <a:defRPr sz="3800" b="1"/>
            </a:lvl8pPr>
            <a:lvl9pPr marL="4114800" lvl="8" indent="-228600" algn="l">
              <a:spcBef>
                <a:spcPts val="800"/>
              </a:spcBef>
              <a:spcAft>
                <a:spcPts val="0"/>
              </a:spcAft>
              <a:buClr>
                <a:schemeClr val="dk1"/>
              </a:buClr>
              <a:buSzPts val="3800"/>
              <a:buNone/>
              <a:defRPr sz="3800" b="1"/>
            </a:lvl9pPr>
          </a:lstStyle>
          <a:p>
            <a:endParaRPr/>
          </a:p>
        </p:txBody>
      </p:sp>
      <p:sp>
        <p:nvSpPr>
          <p:cNvPr id="84" name="Google Shape;84;p18"/>
          <p:cNvSpPr txBox="1">
            <a:spLocks noGrp="1"/>
          </p:cNvSpPr>
          <p:nvPr>
            <p:ph type="body" idx="2"/>
          </p:nvPr>
        </p:nvSpPr>
        <p:spPr>
          <a:xfrm>
            <a:off x="738000" y="6850000"/>
            <a:ext cx="6522000" cy="12444600"/>
          </a:xfrm>
          <a:prstGeom prst="rect">
            <a:avLst/>
          </a:prstGeom>
          <a:noFill/>
          <a:ln>
            <a:noFill/>
          </a:ln>
        </p:spPr>
        <p:txBody>
          <a:bodyPr spcFirstLastPara="1" wrap="square" lIns="211700" tIns="105850" rIns="211700" bIns="105850" anchor="t" anchorCtr="0">
            <a:noAutofit/>
          </a:bodyPr>
          <a:lstStyle>
            <a:lvl1pPr marL="457200" lvl="0" indent="-571500" algn="l">
              <a:spcBef>
                <a:spcPts val="800"/>
              </a:spcBef>
              <a:spcAft>
                <a:spcPts val="0"/>
              </a:spcAft>
              <a:buClr>
                <a:schemeClr val="dk1"/>
              </a:buClr>
              <a:buSzPts val="5400"/>
              <a:buChar char="•"/>
              <a:defRPr sz="5400"/>
            </a:lvl1pPr>
            <a:lvl2pPr marL="914400" lvl="1" indent="-520700" algn="l">
              <a:spcBef>
                <a:spcPts val="800"/>
              </a:spcBef>
              <a:spcAft>
                <a:spcPts val="0"/>
              </a:spcAft>
              <a:buClr>
                <a:schemeClr val="dk1"/>
              </a:buClr>
              <a:buSzPts val="4600"/>
              <a:buChar char="–"/>
              <a:defRPr sz="4600"/>
            </a:lvl2pPr>
            <a:lvl3pPr marL="1371600" lvl="2" indent="-495300" algn="l">
              <a:spcBef>
                <a:spcPts val="800"/>
              </a:spcBef>
              <a:spcAft>
                <a:spcPts val="0"/>
              </a:spcAft>
              <a:buClr>
                <a:schemeClr val="dk1"/>
              </a:buClr>
              <a:buSzPts val="4200"/>
              <a:buChar char="•"/>
              <a:defRPr sz="4200"/>
            </a:lvl3pPr>
            <a:lvl4pPr marL="1828800" lvl="3" indent="-469900" algn="l">
              <a:spcBef>
                <a:spcPts val="800"/>
              </a:spcBef>
              <a:spcAft>
                <a:spcPts val="0"/>
              </a:spcAft>
              <a:buClr>
                <a:schemeClr val="dk1"/>
              </a:buClr>
              <a:buSzPts val="3800"/>
              <a:buChar char="–"/>
              <a:defRPr sz="3800"/>
            </a:lvl4pPr>
            <a:lvl5pPr marL="2286000" lvl="4" indent="-469900" algn="l">
              <a:spcBef>
                <a:spcPts val="800"/>
              </a:spcBef>
              <a:spcAft>
                <a:spcPts val="0"/>
              </a:spcAft>
              <a:buClr>
                <a:schemeClr val="dk1"/>
              </a:buClr>
              <a:buSzPts val="3800"/>
              <a:buChar char="»"/>
              <a:defRPr sz="3800"/>
            </a:lvl5pPr>
            <a:lvl6pPr marL="2743200" lvl="5" indent="-469900" algn="l">
              <a:spcBef>
                <a:spcPts val="800"/>
              </a:spcBef>
              <a:spcAft>
                <a:spcPts val="0"/>
              </a:spcAft>
              <a:buClr>
                <a:schemeClr val="dk1"/>
              </a:buClr>
              <a:buSzPts val="3800"/>
              <a:buChar char="•"/>
              <a:defRPr sz="3800"/>
            </a:lvl6pPr>
            <a:lvl7pPr marL="3200400" lvl="6" indent="-469900" algn="l">
              <a:spcBef>
                <a:spcPts val="800"/>
              </a:spcBef>
              <a:spcAft>
                <a:spcPts val="0"/>
              </a:spcAft>
              <a:buClr>
                <a:schemeClr val="dk1"/>
              </a:buClr>
              <a:buSzPts val="3800"/>
              <a:buChar char="•"/>
              <a:defRPr sz="3800"/>
            </a:lvl7pPr>
            <a:lvl8pPr marL="3657600" lvl="7" indent="-469900" algn="l">
              <a:spcBef>
                <a:spcPts val="800"/>
              </a:spcBef>
              <a:spcAft>
                <a:spcPts val="0"/>
              </a:spcAft>
              <a:buClr>
                <a:schemeClr val="dk1"/>
              </a:buClr>
              <a:buSzPts val="3800"/>
              <a:buChar char="•"/>
              <a:defRPr sz="3800"/>
            </a:lvl8pPr>
            <a:lvl9pPr marL="4114800" lvl="8" indent="-469900" algn="l">
              <a:spcBef>
                <a:spcPts val="800"/>
              </a:spcBef>
              <a:spcAft>
                <a:spcPts val="0"/>
              </a:spcAft>
              <a:buClr>
                <a:schemeClr val="dk1"/>
              </a:buClr>
              <a:buSzPts val="3800"/>
              <a:buChar char="•"/>
              <a:defRPr sz="3800"/>
            </a:lvl9pPr>
          </a:lstStyle>
          <a:p>
            <a:endParaRPr/>
          </a:p>
        </p:txBody>
      </p:sp>
      <p:sp>
        <p:nvSpPr>
          <p:cNvPr id="85" name="Google Shape;85;p18"/>
          <p:cNvSpPr txBox="1">
            <a:spLocks noGrp="1"/>
          </p:cNvSpPr>
          <p:nvPr>
            <p:ph type="body" idx="3"/>
          </p:nvPr>
        </p:nvSpPr>
        <p:spPr>
          <a:xfrm>
            <a:off x="7497876" y="4835002"/>
            <a:ext cx="6525000" cy="2016000"/>
          </a:xfrm>
          <a:prstGeom prst="rect">
            <a:avLst/>
          </a:prstGeom>
          <a:noFill/>
          <a:ln>
            <a:noFill/>
          </a:ln>
        </p:spPr>
        <p:txBody>
          <a:bodyPr spcFirstLastPara="1" wrap="square" lIns="211700" tIns="105850" rIns="211700" bIns="105850" anchor="b" anchorCtr="0">
            <a:noAutofit/>
          </a:bodyPr>
          <a:lstStyle>
            <a:lvl1pPr marL="457200" lvl="0" indent="-228600" algn="l">
              <a:spcBef>
                <a:spcPts val="800"/>
              </a:spcBef>
              <a:spcAft>
                <a:spcPts val="0"/>
              </a:spcAft>
              <a:buClr>
                <a:schemeClr val="dk1"/>
              </a:buClr>
              <a:buSzPts val="5400"/>
              <a:buNone/>
              <a:defRPr sz="5400" b="1"/>
            </a:lvl1pPr>
            <a:lvl2pPr marL="914400" lvl="1" indent="-228600" algn="l">
              <a:spcBef>
                <a:spcPts val="800"/>
              </a:spcBef>
              <a:spcAft>
                <a:spcPts val="0"/>
              </a:spcAft>
              <a:buClr>
                <a:schemeClr val="dk1"/>
              </a:buClr>
              <a:buSzPts val="4600"/>
              <a:buNone/>
              <a:defRPr sz="4600" b="1"/>
            </a:lvl2pPr>
            <a:lvl3pPr marL="1371600" lvl="2" indent="-228600" algn="l">
              <a:spcBef>
                <a:spcPts val="800"/>
              </a:spcBef>
              <a:spcAft>
                <a:spcPts val="0"/>
              </a:spcAft>
              <a:buClr>
                <a:schemeClr val="dk1"/>
              </a:buClr>
              <a:buSzPts val="4200"/>
              <a:buNone/>
              <a:defRPr sz="4200" b="1"/>
            </a:lvl3pPr>
            <a:lvl4pPr marL="1828800" lvl="3" indent="-228600" algn="l">
              <a:spcBef>
                <a:spcPts val="800"/>
              </a:spcBef>
              <a:spcAft>
                <a:spcPts val="0"/>
              </a:spcAft>
              <a:buClr>
                <a:schemeClr val="dk1"/>
              </a:buClr>
              <a:buSzPts val="3800"/>
              <a:buNone/>
              <a:defRPr sz="3800" b="1"/>
            </a:lvl4pPr>
            <a:lvl5pPr marL="2286000" lvl="4" indent="-228600" algn="l">
              <a:spcBef>
                <a:spcPts val="800"/>
              </a:spcBef>
              <a:spcAft>
                <a:spcPts val="0"/>
              </a:spcAft>
              <a:buClr>
                <a:schemeClr val="dk1"/>
              </a:buClr>
              <a:buSzPts val="3800"/>
              <a:buNone/>
              <a:defRPr sz="3800" b="1"/>
            </a:lvl5pPr>
            <a:lvl6pPr marL="2743200" lvl="5" indent="-228600" algn="l">
              <a:spcBef>
                <a:spcPts val="800"/>
              </a:spcBef>
              <a:spcAft>
                <a:spcPts val="0"/>
              </a:spcAft>
              <a:buClr>
                <a:schemeClr val="dk1"/>
              </a:buClr>
              <a:buSzPts val="3800"/>
              <a:buNone/>
              <a:defRPr sz="3800" b="1"/>
            </a:lvl6pPr>
            <a:lvl7pPr marL="3200400" lvl="6" indent="-228600" algn="l">
              <a:spcBef>
                <a:spcPts val="800"/>
              </a:spcBef>
              <a:spcAft>
                <a:spcPts val="0"/>
              </a:spcAft>
              <a:buClr>
                <a:schemeClr val="dk1"/>
              </a:buClr>
              <a:buSzPts val="3800"/>
              <a:buNone/>
              <a:defRPr sz="3800" b="1"/>
            </a:lvl7pPr>
            <a:lvl8pPr marL="3657600" lvl="7" indent="-228600" algn="l">
              <a:spcBef>
                <a:spcPts val="800"/>
              </a:spcBef>
              <a:spcAft>
                <a:spcPts val="0"/>
              </a:spcAft>
              <a:buClr>
                <a:schemeClr val="dk1"/>
              </a:buClr>
              <a:buSzPts val="3800"/>
              <a:buNone/>
              <a:defRPr sz="3800" b="1"/>
            </a:lvl8pPr>
            <a:lvl9pPr marL="4114800" lvl="8" indent="-228600" algn="l">
              <a:spcBef>
                <a:spcPts val="800"/>
              </a:spcBef>
              <a:spcAft>
                <a:spcPts val="0"/>
              </a:spcAft>
              <a:buClr>
                <a:schemeClr val="dk1"/>
              </a:buClr>
              <a:buSzPts val="3800"/>
              <a:buNone/>
              <a:defRPr sz="3800" b="1"/>
            </a:lvl9pPr>
          </a:lstStyle>
          <a:p>
            <a:endParaRPr/>
          </a:p>
        </p:txBody>
      </p:sp>
      <p:sp>
        <p:nvSpPr>
          <p:cNvPr id="86" name="Google Shape;86;p18"/>
          <p:cNvSpPr txBox="1">
            <a:spLocks noGrp="1"/>
          </p:cNvSpPr>
          <p:nvPr>
            <p:ph type="body" idx="4"/>
          </p:nvPr>
        </p:nvSpPr>
        <p:spPr>
          <a:xfrm>
            <a:off x="7497876" y="6850000"/>
            <a:ext cx="6525000" cy="12444600"/>
          </a:xfrm>
          <a:prstGeom prst="rect">
            <a:avLst/>
          </a:prstGeom>
          <a:noFill/>
          <a:ln>
            <a:noFill/>
          </a:ln>
        </p:spPr>
        <p:txBody>
          <a:bodyPr spcFirstLastPara="1" wrap="square" lIns="211700" tIns="105850" rIns="211700" bIns="105850" anchor="t" anchorCtr="0">
            <a:noAutofit/>
          </a:bodyPr>
          <a:lstStyle>
            <a:lvl1pPr marL="457200" lvl="0" indent="-571500" algn="l">
              <a:spcBef>
                <a:spcPts val="800"/>
              </a:spcBef>
              <a:spcAft>
                <a:spcPts val="0"/>
              </a:spcAft>
              <a:buClr>
                <a:schemeClr val="dk1"/>
              </a:buClr>
              <a:buSzPts val="5400"/>
              <a:buChar char="•"/>
              <a:defRPr sz="5400"/>
            </a:lvl1pPr>
            <a:lvl2pPr marL="914400" lvl="1" indent="-520700" algn="l">
              <a:spcBef>
                <a:spcPts val="800"/>
              </a:spcBef>
              <a:spcAft>
                <a:spcPts val="0"/>
              </a:spcAft>
              <a:buClr>
                <a:schemeClr val="dk1"/>
              </a:buClr>
              <a:buSzPts val="4600"/>
              <a:buChar char="–"/>
              <a:defRPr sz="4600"/>
            </a:lvl2pPr>
            <a:lvl3pPr marL="1371600" lvl="2" indent="-495300" algn="l">
              <a:spcBef>
                <a:spcPts val="800"/>
              </a:spcBef>
              <a:spcAft>
                <a:spcPts val="0"/>
              </a:spcAft>
              <a:buClr>
                <a:schemeClr val="dk1"/>
              </a:buClr>
              <a:buSzPts val="4200"/>
              <a:buChar char="•"/>
              <a:defRPr sz="4200"/>
            </a:lvl3pPr>
            <a:lvl4pPr marL="1828800" lvl="3" indent="-469900" algn="l">
              <a:spcBef>
                <a:spcPts val="800"/>
              </a:spcBef>
              <a:spcAft>
                <a:spcPts val="0"/>
              </a:spcAft>
              <a:buClr>
                <a:schemeClr val="dk1"/>
              </a:buClr>
              <a:buSzPts val="3800"/>
              <a:buChar char="–"/>
              <a:defRPr sz="3800"/>
            </a:lvl4pPr>
            <a:lvl5pPr marL="2286000" lvl="4" indent="-469900" algn="l">
              <a:spcBef>
                <a:spcPts val="800"/>
              </a:spcBef>
              <a:spcAft>
                <a:spcPts val="0"/>
              </a:spcAft>
              <a:buClr>
                <a:schemeClr val="dk1"/>
              </a:buClr>
              <a:buSzPts val="3800"/>
              <a:buChar char="»"/>
              <a:defRPr sz="3800"/>
            </a:lvl5pPr>
            <a:lvl6pPr marL="2743200" lvl="5" indent="-469900" algn="l">
              <a:spcBef>
                <a:spcPts val="800"/>
              </a:spcBef>
              <a:spcAft>
                <a:spcPts val="0"/>
              </a:spcAft>
              <a:buClr>
                <a:schemeClr val="dk1"/>
              </a:buClr>
              <a:buSzPts val="3800"/>
              <a:buChar char="•"/>
              <a:defRPr sz="3800"/>
            </a:lvl6pPr>
            <a:lvl7pPr marL="3200400" lvl="6" indent="-469900" algn="l">
              <a:spcBef>
                <a:spcPts val="800"/>
              </a:spcBef>
              <a:spcAft>
                <a:spcPts val="0"/>
              </a:spcAft>
              <a:buClr>
                <a:schemeClr val="dk1"/>
              </a:buClr>
              <a:buSzPts val="3800"/>
              <a:buChar char="•"/>
              <a:defRPr sz="3800"/>
            </a:lvl7pPr>
            <a:lvl8pPr marL="3657600" lvl="7" indent="-469900" algn="l">
              <a:spcBef>
                <a:spcPts val="800"/>
              </a:spcBef>
              <a:spcAft>
                <a:spcPts val="0"/>
              </a:spcAft>
              <a:buClr>
                <a:schemeClr val="dk1"/>
              </a:buClr>
              <a:buSzPts val="3800"/>
              <a:buChar char="•"/>
              <a:defRPr sz="3800"/>
            </a:lvl8pPr>
            <a:lvl9pPr marL="4114800" lvl="8" indent="-469900" algn="l">
              <a:spcBef>
                <a:spcPts val="800"/>
              </a:spcBef>
              <a:spcAft>
                <a:spcPts val="0"/>
              </a:spcAft>
              <a:buClr>
                <a:schemeClr val="dk1"/>
              </a:buClr>
              <a:buSzPts val="3800"/>
              <a:buChar char="•"/>
              <a:defRPr sz="3800"/>
            </a:lvl9pPr>
          </a:lstStyle>
          <a:p>
            <a:endParaRPr/>
          </a:p>
        </p:txBody>
      </p:sp>
      <p:sp>
        <p:nvSpPr>
          <p:cNvPr id="87" name="Google Shape;87;p18"/>
          <p:cNvSpPr txBox="1">
            <a:spLocks noGrp="1"/>
          </p:cNvSpPr>
          <p:nvPr>
            <p:ph type="dt" idx="10"/>
          </p:nvPr>
        </p:nvSpPr>
        <p:spPr>
          <a:xfrm>
            <a:off x="738000" y="20020002"/>
            <a:ext cx="3444600" cy="1150800"/>
          </a:xfrm>
          <a:prstGeom prst="rect">
            <a:avLst/>
          </a:prstGeom>
          <a:noFill/>
          <a:ln>
            <a:noFill/>
          </a:ln>
        </p:spPr>
        <p:txBody>
          <a:bodyPr spcFirstLastPara="1" wrap="square" lIns="211700" tIns="105850" rIns="211700" bIns="105850" anchor="ctr" anchorCtr="0">
            <a:noAutofit/>
          </a:bodyPr>
          <a:lstStyle>
            <a:lvl1pPr lvl="0" algn="l">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88" name="Google Shape;88;p18"/>
          <p:cNvSpPr txBox="1">
            <a:spLocks noGrp="1"/>
          </p:cNvSpPr>
          <p:nvPr>
            <p:ph type="ftr" idx="11"/>
          </p:nvPr>
        </p:nvSpPr>
        <p:spPr>
          <a:xfrm>
            <a:off x="5043000" y="20020002"/>
            <a:ext cx="4674600" cy="1150800"/>
          </a:xfrm>
          <a:prstGeom prst="rect">
            <a:avLst/>
          </a:prstGeom>
          <a:noFill/>
          <a:ln>
            <a:noFill/>
          </a:ln>
        </p:spPr>
        <p:txBody>
          <a:bodyPr spcFirstLastPara="1" wrap="square" lIns="211700" tIns="105850" rIns="211700" bIns="105850" anchor="ctr" anchorCtr="0">
            <a:noAutofit/>
          </a:bodyPr>
          <a:lstStyle>
            <a:lvl1pPr lvl="0" algn="ctr">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89" name="Google Shape;89;p18"/>
          <p:cNvSpPr txBox="1">
            <a:spLocks noGrp="1"/>
          </p:cNvSpPr>
          <p:nvPr>
            <p:ph type="sldNum" idx="12"/>
          </p:nvPr>
        </p:nvSpPr>
        <p:spPr>
          <a:xfrm>
            <a:off x="10578000" y="20020002"/>
            <a:ext cx="3444600" cy="1150800"/>
          </a:xfrm>
          <a:prstGeom prst="rect">
            <a:avLst/>
          </a:prstGeom>
          <a:noFill/>
          <a:ln>
            <a:noFill/>
          </a:ln>
        </p:spPr>
        <p:txBody>
          <a:bodyPr spcFirstLastPara="1" wrap="square" lIns="211700" tIns="105850" rIns="211700" bIns="105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738000" y="865002"/>
            <a:ext cx="13284600" cy="3600000"/>
          </a:xfrm>
          <a:prstGeom prst="rect">
            <a:avLst/>
          </a:prstGeom>
          <a:noFill/>
          <a:ln>
            <a:noFill/>
          </a:ln>
        </p:spPr>
        <p:txBody>
          <a:bodyPr spcFirstLastPara="1" wrap="square" lIns="211700" tIns="105850" rIns="211700" bIns="105850" anchor="ctr" anchorCtr="0">
            <a:noAutofit/>
          </a:bodyPr>
          <a:lstStyle>
            <a:lvl1pPr lvl="0" algn="ctr">
              <a:spcBef>
                <a:spcPts val="0"/>
              </a:spcBef>
              <a:spcAft>
                <a:spcPts val="0"/>
              </a:spcAft>
              <a:buClr>
                <a:schemeClr val="dk1"/>
              </a:buClr>
              <a:buSzPts val="1200"/>
              <a:buNone/>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a:endParaRPr/>
          </a:p>
        </p:txBody>
      </p:sp>
      <p:sp>
        <p:nvSpPr>
          <p:cNvPr id="92" name="Google Shape;92;p19"/>
          <p:cNvSpPr txBox="1">
            <a:spLocks noGrp="1"/>
          </p:cNvSpPr>
          <p:nvPr>
            <p:ph type="dt" idx="10"/>
          </p:nvPr>
        </p:nvSpPr>
        <p:spPr>
          <a:xfrm>
            <a:off x="738000" y="20020002"/>
            <a:ext cx="3444600" cy="1150800"/>
          </a:xfrm>
          <a:prstGeom prst="rect">
            <a:avLst/>
          </a:prstGeom>
          <a:noFill/>
          <a:ln>
            <a:noFill/>
          </a:ln>
        </p:spPr>
        <p:txBody>
          <a:bodyPr spcFirstLastPara="1" wrap="square" lIns="211700" tIns="105850" rIns="211700" bIns="105850" anchor="ctr" anchorCtr="0">
            <a:noAutofit/>
          </a:bodyPr>
          <a:lstStyle>
            <a:lvl1pPr lvl="0" algn="l">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93" name="Google Shape;93;p19"/>
          <p:cNvSpPr txBox="1">
            <a:spLocks noGrp="1"/>
          </p:cNvSpPr>
          <p:nvPr>
            <p:ph type="ftr" idx="11"/>
          </p:nvPr>
        </p:nvSpPr>
        <p:spPr>
          <a:xfrm>
            <a:off x="5043000" y="20020002"/>
            <a:ext cx="4674600" cy="1150800"/>
          </a:xfrm>
          <a:prstGeom prst="rect">
            <a:avLst/>
          </a:prstGeom>
          <a:noFill/>
          <a:ln>
            <a:noFill/>
          </a:ln>
        </p:spPr>
        <p:txBody>
          <a:bodyPr spcFirstLastPara="1" wrap="square" lIns="211700" tIns="105850" rIns="211700" bIns="105850" anchor="ctr" anchorCtr="0">
            <a:noAutofit/>
          </a:bodyPr>
          <a:lstStyle>
            <a:lvl1pPr lvl="0" algn="ctr">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94" name="Google Shape;94;p19"/>
          <p:cNvSpPr txBox="1">
            <a:spLocks noGrp="1"/>
          </p:cNvSpPr>
          <p:nvPr>
            <p:ph type="sldNum" idx="12"/>
          </p:nvPr>
        </p:nvSpPr>
        <p:spPr>
          <a:xfrm>
            <a:off x="10578000" y="20020002"/>
            <a:ext cx="3444600" cy="1150800"/>
          </a:xfrm>
          <a:prstGeom prst="rect">
            <a:avLst/>
          </a:prstGeom>
          <a:noFill/>
          <a:ln>
            <a:noFill/>
          </a:ln>
        </p:spPr>
        <p:txBody>
          <a:bodyPr spcFirstLastPara="1" wrap="square" lIns="211700" tIns="105850" rIns="211700" bIns="105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738000" y="20020002"/>
            <a:ext cx="3444600" cy="1150800"/>
          </a:xfrm>
          <a:prstGeom prst="rect">
            <a:avLst/>
          </a:prstGeom>
          <a:noFill/>
          <a:ln>
            <a:noFill/>
          </a:ln>
        </p:spPr>
        <p:txBody>
          <a:bodyPr spcFirstLastPara="1" wrap="square" lIns="211700" tIns="105850" rIns="211700" bIns="105850" anchor="ctr" anchorCtr="0">
            <a:noAutofit/>
          </a:bodyPr>
          <a:lstStyle>
            <a:lvl1pPr lvl="0" algn="l">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97" name="Google Shape;97;p20"/>
          <p:cNvSpPr txBox="1">
            <a:spLocks noGrp="1"/>
          </p:cNvSpPr>
          <p:nvPr>
            <p:ph type="ftr" idx="11"/>
          </p:nvPr>
        </p:nvSpPr>
        <p:spPr>
          <a:xfrm>
            <a:off x="5043000" y="20020002"/>
            <a:ext cx="4674600" cy="1150800"/>
          </a:xfrm>
          <a:prstGeom prst="rect">
            <a:avLst/>
          </a:prstGeom>
          <a:noFill/>
          <a:ln>
            <a:noFill/>
          </a:ln>
        </p:spPr>
        <p:txBody>
          <a:bodyPr spcFirstLastPara="1" wrap="square" lIns="211700" tIns="105850" rIns="211700" bIns="105850" anchor="ctr" anchorCtr="0">
            <a:noAutofit/>
          </a:bodyPr>
          <a:lstStyle>
            <a:lvl1pPr lvl="0" algn="ctr">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98" name="Google Shape;98;p20"/>
          <p:cNvSpPr txBox="1">
            <a:spLocks noGrp="1"/>
          </p:cNvSpPr>
          <p:nvPr>
            <p:ph type="sldNum" idx="12"/>
          </p:nvPr>
        </p:nvSpPr>
        <p:spPr>
          <a:xfrm>
            <a:off x="10578000" y="20020002"/>
            <a:ext cx="3444600" cy="1150800"/>
          </a:xfrm>
          <a:prstGeom prst="rect">
            <a:avLst/>
          </a:prstGeom>
          <a:noFill/>
          <a:ln>
            <a:noFill/>
          </a:ln>
        </p:spPr>
        <p:txBody>
          <a:bodyPr spcFirstLastPara="1" wrap="square" lIns="211700" tIns="105850" rIns="211700" bIns="105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738001" y="860000"/>
            <a:ext cx="4856100" cy="3660600"/>
          </a:xfrm>
          <a:prstGeom prst="rect">
            <a:avLst/>
          </a:prstGeom>
          <a:noFill/>
          <a:ln>
            <a:noFill/>
          </a:ln>
        </p:spPr>
        <p:txBody>
          <a:bodyPr spcFirstLastPara="1" wrap="square" lIns="211700" tIns="105850" rIns="211700" bIns="105850" anchor="b" anchorCtr="0">
            <a:noAutofit/>
          </a:bodyPr>
          <a:lstStyle>
            <a:lvl1pPr lvl="0" algn="l">
              <a:spcBef>
                <a:spcPts val="0"/>
              </a:spcBef>
              <a:spcAft>
                <a:spcPts val="0"/>
              </a:spcAft>
              <a:buClr>
                <a:schemeClr val="dk1"/>
              </a:buClr>
              <a:buSzPts val="4600"/>
              <a:buFont typeface="Calibri"/>
              <a:buNone/>
              <a:defRPr sz="4600" b="1"/>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a:endParaRPr/>
          </a:p>
        </p:txBody>
      </p:sp>
      <p:sp>
        <p:nvSpPr>
          <p:cNvPr id="101" name="Google Shape;101;p21"/>
          <p:cNvSpPr txBox="1">
            <a:spLocks noGrp="1"/>
          </p:cNvSpPr>
          <p:nvPr>
            <p:ph type="body" idx="1"/>
          </p:nvPr>
        </p:nvSpPr>
        <p:spPr>
          <a:xfrm>
            <a:off x="5770750" y="860002"/>
            <a:ext cx="8251500" cy="18436200"/>
          </a:xfrm>
          <a:prstGeom prst="rect">
            <a:avLst/>
          </a:prstGeom>
          <a:noFill/>
          <a:ln>
            <a:noFill/>
          </a:ln>
        </p:spPr>
        <p:txBody>
          <a:bodyPr spcFirstLastPara="1" wrap="square" lIns="211700" tIns="105850" rIns="211700" bIns="105850" anchor="t" anchorCtr="0">
            <a:noAutofit/>
          </a:bodyPr>
          <a:lstStyle>
            <a:lvl1pPr marL="457200" lvl="0" indent="-711200" algn="l">
              <a:spcBef>
                <a:spcPts val="1200"/>
              </a:spcBef>
              <a:spcAft>
                <a:spcPts val="0"/>
              </a:spcAft>
              <a:buClr>
                <a:schemeClr val="dk1"/>
              </a:buClr>
              <a:buSzPts val="7600"/>
              <a:buChar char="•"/>
              <a:defRPr sz="7600"/>
            </a:lvl1pPr>
            <a:lvl2pPr marL="914400" lvl="1" indent="-647700" algn="l">
              <a:spcBef>
                <a:spcPts val="1200"/>
              </a:spcBef>
              <a:spcAft>
                <a:spcPts val="0"/>
              </a:spcAft>
              <a:buClr>
                <a:schemeClr val="dk1"/>
              </a:buClr>
              <a:buSzPts val="6600"/>
              <a:buChar char="–"/>
              <a:defRPr sz="6600"/>
            </a:lvl2pPr>
            <a:lvl3pPr marL="1371600" lvl="2" indent="-571500" algn="l">
              <a:spcBef>
                <a:spcPts val="800"/>
              </a:spcBef>
              <a:spcAft>
                <a:spcPts val="0"/>
              </a:spcAft>
              <a:buClr>
                <a:schemeClr val="dk1"/>
              </a:buClr>
              <a:buSzPts val="5400"/>
              <a:buChar char="•"/>
              <a:defRPr sz="5400"/>
            </a:lvl3pPr>
            <a:lvl4pPr marL="1828800" lvl="3" indent="-520700" algn="l">
              <a:spcBef>
                <a:spcPts val="800"/>
              </a:spcBef>
              <a:spcAft>
                <a:spcPts val="0"/>
              </a:spcAft>
              <a:buClr>
                <a:schemeClr val="dk1"/>
              </a:buClr>
              <a:buSzPts val="4600"/>
              <a:buChar char="–"/>
              <a:defRPr sz="4600"/>
            </a:lvl4pPr>
            <a:lvl5pPr marL="2286000" lvl="4" indent="-520700" algn="l">
              <a:spcBef>
                <a:spcPts val="800"/>
              </a:spcBef>
              <a:spcAft>
                <a:spcPts val="0"/>
              </a:spcAft>
              <a:buClr>
                <a:schemeClr val="dk1"/>
              </a:buClr>
              <a:buSzPts val="4600"/>
              <a:buChar char="»"/>
              <a:defRPr sz="4600"/>
            </a:lvl5pPr>
            <a:lvl6pPr marL="2743200" lvl="5" indent="-520700" algn="l">
              <a:spcBef>
                <a:spcPts val="800"/>
              </a:spcBef>
              <a:spcAft>
                <a:spcPts val="0"/>
              </a:spcAft>
              <a:buClr>
                <a:schemeClr val="dk1"/>
              </a:buClr>
              <a:buSzPts val="4600"/>
              <a:buChar char="•"/>
              <a:defRPr sz="4600"/>
            </a:lvl6pPr>
            <a:lvl7pPr marL="3200400" lvl="6" indent="-520700" algn="l">
              <a:spcBef>
                <a:spcPts val="800"/>
              </a:spcBef>
              <a:spcAft>
                <a:spcPts val="0"/>
              </a:spcAft>
              <a:buClr>
                <a:schemeClr val="dk1"/>
              </a:buClr>
              <a:buSzPts val="4600"/>
              <a:buChar char="•"/>
              <a:defRPr sz="4600"/>
            </a:lvl7pPr>
            <a:lvl8pPr marL="3657600" lvl="7" indent="-520700" algn="l">
              <a:spcBef>
                <a:spcPts val="800"/>
              </a:spcBef>
              <a:spcAft>
                <a:spcPts val="0"/>
              </a:spcAft>
              <a:buClr>
                <a:schemeClr val="dk1"/>
              </a:buClr>
              <a:buSzPts val="4600"/>
              <a:buChar char="•"/>
              <a:defRPr sz="4600"/>
            </a:lvl8pPr>
            <a:lvl9pPr marL="4114800" lvl="8" indent="-520700" algn="l">
              <a:spcBef>
                <a:spcPts val="800"/>
              </a:spcBef>
              <a:spcAft>
                <a:spcPts val="0"/>
              </a:spcAft>
              <a:buClr>
                <a:schemeClr val="dk1"/>
              </a:buClr>
              <a:buSzPts val="4600"/>
              <a:buChar char="•"/>
              <a:defRPr sz="4600"/>
            </a:lvl9pPr>
          </a:lstStyle>
          <a:p>
            <a:endParaRPr/>
          </a:p>
        </p:txBody>
      </p:sp>
      <p:sp>
        <p:nvSpPr>
          <p:cNvPr id="102" name="Google Shape;102;p21"/>
          <p:cNvSpPr txBox="1">
            <a:spLocks noGrp="1"/>
          </p:cNvSpPr>
          <p:nvPr>
            <p:ph type="body" idx="2"/>
          </p:nvPr>
        </p:nvSpPr>
        <p:spPr>
          <a:xfrm>
            <a:off x="738001" y="4520002"/>
            <a:ext cx="4856100" cy="14775300"/>
          </a:xfrm>
          <a:prstGeom prst="rect">
            <a:avLst/>
          </a:prstGeom>
          <a:noFill/>
          <a:ln>
            <a:noFill/>
          </a:ln>
        </p:spPr>
        <p:txBody>
          <a:bodyPr spcFirstLastPara="1" wrap="square" lIns="211700" tIns="105850" rIns="211700" bIns="105850" anchor="t" anchorCtr="0">
            <a:noAutofit/>
          </a:bodyPr>
          <a:lstStyle>
            <a:lvl1pPr marL="457200" lvl="0" indent="-228600" algn="l">
              <a:spcBef>
                <a:spcPts val="400"/>
              </a:spcBef>
              <a:spcAft>
                <a:spcPts val="0"/>
              </a:spcAft>
              <a:buClr>
                <a:schemeClr val="dk1"/>
              </a:buClr>
              <a:buSzPts val="3400"/>
              <a:buNone/>
              <a:defRPr sz="3400"/>
            </a:lvl1pPr>
            <a:lvl2pPr marL="914400" lvl="1" indent="-228600" algn="l">
              <a:spcBef>
                <a:spcPts val="400"/>
              </a:spcBef>
              <a:spcAft>
                <a:spcPts val="0"/>
              </a:spcAft>
              <a:buClr>
                <a:schemeClr val="dk1"/>
              </a:buClr>
              <a:buSzPts val="3000"/>
              <a:buNone/>
              <a:defRPr sz="3000"/>
            </a:lvl2pPr>
            <a:lvl3pPr marL="1371600" lvl="2" indent="-228600" algn="l">
              <a:spcBef>
                <a:spcPts val="400"/>
              </a:spcBef>
              <a:spcAft>
                <a:spcPts val="0"/>
              </a:spcAft>
              <a:buClr>
                <a:schemeClr val="dk1"/>
              </a:buClr>
              <a:buSzPts val="2000"/>
              <a:buNone/>
              <a:defRPr sz="2000"/>
            </a:lvl3pPr>
            <a:lvl4pPr marL="1828800" lvl="3" indent="-228600" algn="l">
              <a:spcBef>
                <a:spcPts val="400"/>
              </a:spcBef>
              <a:spcAft>
                <a:spcPts val="0"/>
              </a:spcAft>
              <a:buClr>
                <a:schemeClr val="dk1"/>
              </a:buClr>
              <a:buSzPts val="2000"/>
              <a:buNone/>
              <a:defRPr sz="2000"/>
            </a:lvl4pPr>
            <a:lvl5pPr marL="2286000" lvl="4" indent="-228600" algn="l">
              <a:spcBef>
                <a:spcPts val="400"/>
              </a:spcBef>
              <a:spcAft>
                <a:spcPts val="0"/>
              </a:spcAft>
              <a:buClr>
                <a:schemeClr val="dk1"/>
              </a:buClr>
              <a:buSzPts val="2000"/>
              <a:buNone/>
              <a:defRPr sz="2000"/>
            </a:lvl5pPr>
            <a:lvl6pPr marL="2743200" lvl="5" indent="-228600" algn="l">
              <a:spcBef>
                <a:spcPts val="400"/>
              </a:spcBef>
              <a:spcAft>
                <a:spcPts val="0"/>
              </a:spcAft>
              <a:buClr>
                <a:schemeClr val="dk1"/>
              </a:buClr>
              <a:buSzPts val="2000"/>
              <a:buNone/>
              <a:defRPr sz="2000"/>
            </a:lvl6pPr>
            <a:lvl7pPr marL="3200400" lvl="6" indent="-228600" algn="l">
              <a:spcBef>
                <a:spcPts val="400"/>
              </a:spcBef>
              <a:spcAft>
                <a:spcPts val="0"/>
              </a:spcAft>
              <a:buClr>
                <a:schemeClr val="dk1"/>
              </a:buClr>
              <a:buSzPts val="2000"/>
              <a:buNone/>
              <a:defRPr sz="2000"/>
            </a:lvl7pPr>
            <a:lvl8pPr marL="3657600" lvl="7" indent="-228600" algn="l">
              <a:spcBef>
                <a:spcPts val="400"/>
              </a:spcBef>
              <a:spcAft>
                <a:spcPts val="0"/>
              </a:spcAft>
              <a:buClr>
                <a:schemeClr val="dk1"/>
              </a:buClr>
              <a:buSzPts val="2000"/>
              <a:buNone/>
              <a:defRPr sz="2000"/>
            </a:lvl8pPr>
            <a:lvl9pPr marL="4114800" lvl="8" indent="-228600" algn="l">
              <a:spcBef>
                <a:spcPts val="400"/>
              </a:spcBef>
              <a:spcAft>
                <a:spcPts val="0"/>
              </a:spcAft>
              <a:buClr>
                <a:schemeClr val="dk1"/>
              </a:buClr>
              <a:buSzPts val="2000"/>
              <a:buNone/>
              <a:defRPr sz="2000"/>
            </a:lvl9pPr>
          </a:lstStyle>
          <a:p>
            <a:endParaRPr/>
          </a:p>
        </p:txBody>
      </p:sp>
      <p:sp>
        <p:nvSpPr>
          <p:cNvPr id="103" name="Google Shape;103;p21"/>
          <p:cNvSpPr txBox="1">
            <a:spLocks noGrp="1"/>
          </p:cNvSpPr>
          <p:nvPr>
            <p:ph type="dt" idx="10"/>
          </p:nvPr>
        </p:nvSpPr>
        <p:spPr>
          <a:xfrm>
            <a:off x="738000" y="20020002"/>
            <a:ext cx="3444600" cy="1150800"/>
          </a:xfrm>
          <a:prstGeom prst="rect">
            <a:avLst/>
          </a:prstGeom>
          <a:noFill/>
          <a:ln>
            <a:noFill/>
          </a:ln>
        </p:spPr>
        <p:txBody>
          <a:bodyPr spcFirstLastPara="1" wrap="square" lIns="211700" tIns="105850" rIns="211700" bIns="105850" anchor="ctr" anchorCtr="0">
            <a:noAutofit/>
          </a:bodyPr>
          <a:lstStyle>
            <a:lvl1pPr lvl="0" algn="l">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104" name="Google Shape;104;p21"/>
          <p:cNvSpPr txBox="1">
            <a:spLocks noGrp="1"/>
          </p:cNvSpPr>
          <p:nvPr>
            <p:ph type="ftr" idx="11"/>
          </p:nvPr>
        </p:nvSpPr>
        <p:spPr>
          <a:xfrm>
            <a:off x="5043000" y="20020002"/>
            <a:ext cx="4674600" cy="1150800"/>
          </a:xfrm>
          <a:prstGeom prst="rect">
            <a:avLst/>
          </a:prstGeom>
          <a:noFill/>
          <a:ln>
            <a:noFill/>
          </a:ln>
        </p:spPr>
        <p:txBody>
          <a:bodyPr spcFirstLastPara="1" wrap="square" lIns="211700" tIns="105850" rIns="211700" bIns="105850" anchor="ctr" anchorCtr="0">
            <a:noAutofit/>
          </a:bodyPr>
          <a:lstStyle>
            <a:lvl1pPr lvl="0" algn="ctr">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105" name="Google Shape;105;p21"/>
          <p:cNvSpPr txBox="1">
            <a:spLocks noGrp="1"/>
          </p:cNvSpPr>
          <p:nvPr>
            <p:ph type="sldNum" idx="12"/>
          </p:nvPr>
        </p:nvSpPr>
        <p:spPr>
          <a:xfrm>
            <a:off x="10578000" y="20020002"/>
            <a:ext cx="3444600" cy="1150800"/>
          </a:xfrm>
          <a:prstGeom prst="rect">
            <a:avLst/>
          </a:prstGeom>
          <a:noFill/>
          <a:ln>
            <a:noFill/>
          </a:ln>
        </p:spPr>
        <p:txBody>
          <a:bodyPr spcFirstLastPara="1" wrap="square" lIns="211700" tIns="105850" rIns="211700" bIns="105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2893063" y="15120000"/>
            <a:ext cx="8855400" cy="1784700"/>
          </a:xfrm>
          <a:prstGeom prst="rect">
            <a:avLst/>
          </a:prstGeom>
          <a:noFill/>
          <a:ln>
            <a:noFill/>
          </a:ln>
        </p:spPr>
        <p:txBody>
          <a:bodyPr spcFirstLastPara="1" wrap="square" lIns="211700" tIns="105850" rIns="211700" bIns="105850" anchor="b" anchorCtr="0">
            <a:noAutofit/>
          </a:bodyPr>
          <a:lstStyle>
            <a:lvl1pPr lvl="0" algn="l">
              <a:spcBef>
                <a:spcPts val="0"/>
              </a:spcBef>
              <a:spcAft>
                <a:spcPts val="0"/>
              </a:spcAft>
              <a:buClr>
                <a:schemeClr val="dk1"/>
              </a:buClr>
              <a:buSzPts val="4600"/>
              <a:buFont typeface="Calibri"/>
              <a:buNone/>
              <a:defRPr sz="4600" b="1"/>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a:endParaRPr/>
          </a:p>
        </p:txBody>
      </p:sp>
      <p:sp>
        <p:nvSpPr>
          <p:cNvPr id="108" name="Google Shape;108;p22"/>
          <p:cNvSpPr>
            <a:spLocks noGrp="1"/>
          </p:cNvSpPr>
          <p:nvPr>
            <p:ph type="pic" idx="2"/>
          </p:nvPr>
        </p:nvSpPr>
        <p:spPr>
          <a:xfrm>
            <a:off x="2893063" y="1930000"/>
            <a:ext cx="8855400" cy="12960000"/>
          </a:xfrm>
          <a:prstGeom prst="rect">
            <a:avLst/>
          </a:prstGeom>
          <a:noFill/>
          <a:ln>
            <a:noFill/>
          </a:ln>
        </p:spPr>
        <p:txBody>
          <a:bodyPr spcFirstLastPara="1" wrap="square" lIns="211700" tIns="105850" rIns="211700" bIns="105850" anchor="t" anchorCtr="0">
            <a:noAutofit/>
          </a:bodyPr>
          <a:lstStyle>
            <a:lvl1pPr marR="0" lvl="0" algn="l" rtl="0">
              <a:spcBef>
                <a:spcPts val="1200"/>
              </a:spcBef>
              <a:spcAft>
                <a:spcPts val="0"/>
              </a:spcAft>
              <a:buClr>
                <a:schemeClr val="dk1"/>
              </a:buClr>
              <a:buSzPts val="7600"/>
              <a:buFont typeface="Arial"/>
              <a:buNone/>
              <a:defRPr sz="7600" b="0" i="0" u="none" strike="noStrike" cap="none">
                <a:solidFill>
                  <a:schemeClr val="dk1"/>
                </a:solidFill>
                <a:latin typeface="Calibri"/>
                <a:ea typeface="Calibri"/>
                <a:cs typeface="Calibri"/>
                <a:sym typeface="Calibri"/>
              </a:defRPr>
            </a:lvl1pPr>
            <a:lvl2pPr marR="0" lvl="1" algn="l" rtl="0">
              <a:spcBef>
                <a:spcPts val="1200"/>
              </a:spcBef>
              <a:spcAft>
                <a:spcPts val="0"/>
              </a:spcAft>
              <a:buClr>
                <a:schemeClr val="dk1"/>
              </a:buClr>
              <a:buSzPts val="6600"/>
              <a:buFont typeface="Arial"/>
              <a:buNone/>
              <a:defRPr sz="6600" b="0" i="0" u="none" strike="noStrike" cap="none">
                <a:solidFill>
                  <a:schemeClr val="dk1"/>
                </a:solidFill>
                <a:latin typeface="Calibri"/>
                <a:ea typeface="Calibri"/>
                <a:cs typeface="Calibri"/>
                <a:sym typeface="Calibri"/>
              </a:defRPr>
            </a:lvl2pPr>
            <a:lvl3pPr marR="0" lvl="2" algn="l" rtl="0">
              <a:spcBef>
                <a:spcPts val="800"/>
              </a:spcBef>
              <a:spcAft>
                <a:spcPts val="0"/>
              </a:spcAft>
              <a:buClr>
                <a:schemeClr val="dk1"/>
              </a:buClr>
              <a:buSzPts val="5400"/>
              <a:buFont typeface="Arial"/>
              <a:buNone/>
              <a:defRPr sz="5400" b="0" i="0" u="none" strike="noStrike" cap="none">
                <a:solidFill>
                  <a:schemeClr val="dk1"/>
                </a:solidFill>
                <a:latin typeface="Calibri"/>
                <a:ea typeface="Calibri"/>
                <a:cs typeface="Calibri"/>
                <a:sym typeface="Calibri"/>
              </a:defRPr>
            </a:lvl3pPr>
            <a:lvl4pPr marR="0" lvl="3" algn="l" rtl="0">
              <a:spcBef>
                <a:spcPts val="800"/>
              </a:spcBef>
              <a:spcAft>
                <a:spcPts val="0"/>
              </a:spcAft>
              <a:buClr>
                <a:schemeClr val="dk1"/>
              </a:buClr>
              <a:buSzPts val="4600"/>
              <a:buFont typeface="Arial"/>
              <a:buNone/>
              <a:defRPr sz="4600" b="0" i="0" u="none" strike="noStrike" cap="none">
                <a:solidFill>
                  <a:schemeClr val="dk1"/>
                </a:solidFill>
                <a:latin typeface="Calibri"/>
                <a:ea typeface="Calibri"/>
                <a:cs typeface="Calibri"/>
                <a:sym typeface="Calibri"/>
              </a:defRPr>
            </a:lvl4pPr>
            <a:lvl5pPr marR="0" lvl="4" algn="l" rtl="0">
              <a:spcBef>
                <a:spcPts val="800"/>
              </a:spcBef>
              <a:spcAft>
                <a:spcPts val="0"/>
              </a:spcAft>
              <a:buClr>
                <a:schemeClr val="dk1"/>
              </a:buClr>
              <a:buSzPts val="4600"/>
              <a:buFont typeface="Arial"/>
              <a:buNone/>
              <a:defRPr sz="4600" b="0" i="0" u="none" strike="noStrike" cap="none">
                <a:solidFill>
                  <a:schemeClr val="dk1"/>
                </a:solidFill>
                <a:latin typeface="Calibri"/>
                <a:ea typeface="Calibri"/>
                <a:cs typeface="Calibri"/>
                <a:sym typeface="Calibri"/>
              </a:defRPr>
            </a:lvl5pPr>
            <a:lvl6pPr marR="0" lvl="5" algn="l" rtl="0">
              <a:spcBef>
                <a:spcPts val="800"/>
              </a:spcBef>
              <a:spcAft>
                <a:spcPts val="0"/>
              </a:spcAft>
              <a:buClr>
                <a:schemeClr val="dk1"/>
              </a:buClr>
              <a:buSzPts val="4600"/>
              <a:buFont typeface="Arial"/>
              <a:buNone/>
              <a:defRPr sz="4600" b="0" i="0" u="none" strike="noStrike" cap="none">
                <a:solidFill>
                  <a:schemeClr val="dk1"/>
                </a:solidFill>
                <a:latin typeface="Calibri"/>
                <a:ea typeface="Calibri"/>
                <a:cs typeface="Calibri"/>
                <a:sym typeface="Calibri"/>
              </a:defRPr>
            </a:lvl6pPr>
            <a:lvl7pPr marR="0" lvl="6" algn="l" rtl="0">
              <a:spcBef>
                <a:spcPts val="800"/>
              </a:spcBef>
              <a:spcAft>
                <a:spcPts val="0"/>
              </a:spcAft>
              <a:buClr>
                <a:schemeClr val="dk1"/>
              </a:buClr>
              <a:buSzPts val="4600"/>
              <a:buFont typeface="Arial"/>
              <a:buNone/>
              <a:defRPr sz="4600" b="0" i="0" u="none" strike="noStrike" cap="none">
                <a:solidFill>
                  <a:schemeClr val="dk1"/>
                </a:solidFill>
                <a:latin typeface="Calibri"/>
                <a:ea typeface="Calibri"/>
                <a:cs typeface="Calibri"/>
                <a:sym typeface="Calibri"/>
              </a:defRPr>
            </a:lvl7pPr>
            <a:lvl8pPr marR="0" lvl="7" algn="l" rtl="0">
              <a:spcBef>
                <a:spcPts val="800"/>
              </a:spcBef>
              <a:spcAft>
                <a:spcPts val="0"/>
              </a:spcAft>
              <a:buClr>
                <a:schemeClr val="dk1"/>
              </a:buClr>
              <a:buSzPts val="4600"/>
              <a:buFont typeface="Arial"/>
              <a:buNone/>
              <a:defRPr sz="4600" b="0" i="0" u="none" strike="noStrike" cap="none">
                <a:solidFill>
                  <a:schemeClr val="dk1"/>
                </a:solidFill>
                <a:latin typeface="Calibri"/>
                <a:ea typeface="Calibri"/>
                <a:cs typeface="Calibri"/>
                <a:sym typeface="Calibri"/>
              </a:defRPr>
            </a:lvl8pPr>
            <a:lvl9pPr marR="0" lvl="8" algn="l" rtl="0">
              <a:spcBef>
                <a:spcPts val="800"/>
              </a:spcBef>
              <a:spcAft>
                <a:spcPts val="0"/>
              </a:spcAft>
              <a:buClr>
                <a:schemeClr val="dk1"/>
              </a:buClr>
              <a:buSzPts val="4600"/>
              <a:buFont typeface="Arial"/>
              <a:buNone/>
              <a:defRPr sz="4600" b="0" i="0" u="none" strike="noStrike" cap="none">
                <a:solidFill>
                  <a:schemeClr val="dk1"/>
                </a:solidFill>
                <a:latin typeface="Calibri"/>
                <a:ea typeface="Calibri"/>
                <a:cs typeface="Calibri"/>
                <a:sym typeface="Calibri"/>
              </a:defRPr>
            </a:lvl9pPr>
          </a:lstStyle>
          <a:p>
            <a:endParaRPr/>
          </a:p>
        </p:txBody>
      </p:sp>
      <p:sp>
        <p:nvSpPr>
          <p:cNvPr id="109" name="Google Shape;109;p22"/>
          <p:cNvSpPr txBox="1">
            <a:spLocks noGrp="1"/>
          </p:cNvSpPr>
          <p:nvPr>
            <p:ph type="body" idx="1"/>
          </p:nvPr>
        </p:nvSpPr>
        <p:spPr>
          <a:xfrm>
            <a:off x="2893063" y="16905001"/>
            <a:ext cx="8855400" cy="2534400"/>
          </a:xfrm>
          <a:prstGeom prst="rect">
            <a:avLst/>
          </a:prstGeom>
          <a:noFill/>
          <a:ln>
            <a:noFill/>
          </a:ln>
        </p:spPr>
        <p:txBody>
          <a:bodyPr spcFirstLastPara="1" wrap="square" lIns="211700" tIns="105850" rIns="211700" bIns="105850" anchor="t" anchorCtr="0">
            <a:noAutofit/>
          </a:bodyPr>
          <a:lstStyle>
            <a:lvl1pPr marL="457200" lvl="0" indent="-228600" algn="l">
              <a:spcBef>
                <a:spcPts val="400"/>
              </a:spcBef>
              <a:spcAft>
                <a:spcPts val="0"/>
              </a:spcAft>
              <a:buClr>
                <a:schemeClr val="dk1"/>
              </a:buClr>
              <a:buSzPts val="3400"/>
              <a:buNone/>
              <a:defRPr sz="3400"/>
            </a:lvl1pPr>
            <a:lvl2pPr marL="914400" lvl="1" indent="-228600" algn="l">
              <a:spcBef>
                <a:spcPts val="400"/>
              </a:spcBef>
              <a:spcAft>
                <a:spcPts val="0"/>
              </a:spcAft>
              <a:buClr>
                <a:schemeClr val="dk1"/>
              </a:buClr>
              <a:buSzPts val="3000"/>
              <a:buNone/>
              <a:defRPr sz="3000"/>
            </a:lvl2pPr>
            <a:lvl3pPr marL="1371600" lvl="2" indent="-228600" algn="l">
              <a:spcBef>
                <a:spcPts val="400"/>
              </a:spcBef>
              <a:spcAft>
                <a:spcPts val="0"/>
              </a:spcAft>
              <a:buClr>
                <a:schemeClr val="dk1"/>
              </a:buClr>
              <a:buSzPts val="2000"/>
              <a:buNone/>
              <a:defRPr sz="2000"/>
            </a:lvl3pPr>
            <a:lvl4pPr marL="1828800" lvl="3" indent="-228600" algn="l">
              <a:spcBef>
                <a:spcPts val="400"/>
              </a:spcBef>
              <a:spcAft>
                <a:spcPts val="0"/>
              </a:spcAft>
              <a:buClr>
                <a:schemeClr val="dk1"/>
              </a:buClr>
              <a:buSzPts val="2000"/>
              <a:buNone/>
              <a:defRPr sz="2000"/>
            </a:lvl4pPr>
            <a:lvl5pPr marL="2286000" lvl="4" indent="-228600" algn="l">
              <a:spcBef>
                <a:spcPts val="400"/>
              </a:spcBef>
              <a:spcAft>
                <a:spcPts val="0"/>
              </a:spcAft>
              <a:buClr>
                <a:schemeClr val="dk1"/>
              </a:buClr>
              <a:buSzPts val="2000"/>
              <a:buNone/>
              <a:defRPr sz="2000"/>
            </a:lvl5pPr>
            <a:lvl6pPr marL="2743200" lvl="5" indent="-228600" algn="l">
              <a:spcBef>
                <a:spcPts val="400"/>
              </a:spcBef>
              <a:spcAft>
                <a:spcPts val="0"/>
              </a:spcAft>
              <a:buClr>
                <a:schemeClr val="dk1"/>
              </a:buClr>
              <a:buSzPts val="2000"/>
              <a:buNone/>
              <a:defRPr sz="2000"/>
            </a:lvl6pPr>
            <a:lvl7pPr marL="3200400" lvl="6" indent="-228600" algn="l">
              <a:spcBef>
                <a:spcPts val="400"/>
              </a:spcBef>
              <a:spcAft>
                <a:spcPts val="0"/>
              </a:spcAft>
              <a:buClr>
                <a:schemeClr val="dk1"/>
              </a:buClr>
              <a:buSzPts val="2000"/>
              <a:buNone/>
              <a:defRPr sz="2000"/>
            </a:lvl7pPr>
            <a:lvl8pPr marL="3657600" lvl="7" indent="-228600" algn="l">
              <a:spcBef>
                <a:spcPts val="400"/>
              </a:spcBef>
              <a:spcAft>
                <a:spcPts val="0"/>
              </a:spcAft>
              <a:buClr>
                <a:schemeClr val="dk1"/>
              </a:buClr>
              <a:buSzPts val="2000"/>
              <a:buNone/>
              <a:defRPr sz="2000"/>
            </a:lvl8pPr>
            <a:lvl9pPr marL="4114800" lvl="8" indent="-228600" algn="l">
              <a:spcBef>
                <a:spcPts val="400"/>
              </a:spcBef>
              <a:spcAft>
                <a:spcPts val="0"/>
              </a:spcAft>
              <a:buClr>
                <a:schemeClr val="dk1"/>
              </a:buClr>
              <a:buSzPts val="2000"/>
              <a:buNone/>
              <a:defRPr sz="2000"/>
            </a:lvl9pPr>
          </a:lstStyle>
          <a:p>
            <a:endParaRPr/>
          </a:p>
        </p:txBody>
      </p:sp>
      <p:sp>
        <p:nvSpPr>
          <p:cNvPr id="110" name="Google Shape;110;p22"/>
          <p:cNvSpPr txBox="1">
            <a:spLocks noGrp="1"/>
          </p:cNvSpPr>
          <p:nvPr>
            <p:ph type="dt" idx="10"/>
          </p:nvPr>
        </p:nvSpPr>
        <p:spPr>
          <a:xfrm>
            <a:off x="738000" y="20020002"/>
            <a:ext cx="3444600" cy="1150800"/>
          </a:xfrm>
          <a:prstGeom prst="rect">
            <a:avLst/>
          </a:prstGeom>
          <a:noFill/>
          <a:ln>
            <a:noFill/>
          </a:ln>
        </p:spPr>
        <p:txBody>
          <a:bodyPr spcFirstLastPara="1" wrap="square" lIns="211700" tIns="105850" rIns="211700" bIns="105850" anchor="ctr" anchorCtr="0">
            <a:noAutofit/>
          </a:bodyPr>
          <a:lstStyle>
            <a:lvl1pPr lvl="0" algn="l">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111" name="Google Shape;111;p22"/>
          <p:cNvSpPr txBox="1">
            <a:spLocks noGrp="1"/>
          </p:cNvSpPr>
          <p:nvPr>
            <p:ph type="ftr" idx="11"/>
          </p:nvPr>
        </p:nvSpPr>
        <p:spPr>
          <a:xfrm>
            <a:off x="5043000" y="20020002"/>
            <a:ext cx="4674600" cy="1150800"/>
          </a:xfrm>
          <a:prstGeom prst="rect">
            <a:avLst/>
          </a:prstGeom>
          <a:noFill/>
          <a:ln>
            <a:noFill/>
          </a:ln>
        </p:spPr>
        <p:txBody>
          <a:bodyPr spcFirstLastPara="1" wrap="square" lIns="211700" tIns="105850" rIns="211700" bIns="105850" anchor="ctr" anchorCtr="0">
            <a:noAutofit/>
          </a:bodyPr>
          <a:lstStyle>
            <a:lvl1pPr lvl="0" algn="ctr">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112" name="Google Shape;112;p22"/>
          <p:cNvSpPr txBox="1">
            <a:spLocks noGrp="1"/>
          </p:cNvSpPr>
          <p:nvPr>
            <p:ph type="sldNum" idx="12"/>
          </p:nvPr>
        </p:nvSpPr>
        <p:spPr>
          <a:xfrm>
            <a:off x="10578000" y="20020002"/>
            <a:ext cx="3444600" cy="1150800"/>
          </a:xfrm>
          <a:prstGeom prst="rect">
            <a:avLst/>
          </a:prstGeom>
          <a:noFill/>
          <a:ln>
            <a:noFill/>
          </a:ln>
        </p:spPr>
        <p:txBody>
          <a:bodyPr spcFirstLastPara="1" wrap="square" lIns="211700" tIns="105850" rIns="211700" bIns="105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738000" y="865002"/>
            <a:ext cx="13284600" cy="3600000"/>
          </a:xfrm>
          <a:prstGeom prst="rect">
            <a:avLst/>
          </a:prstGeom>
          <a:noFill/>
          <a:ln>
            <a:noFill/>
          </a:ln>
        </p:spPr>
        <p:txBody>
          <a:bodyPr spcFirstLastPara="1" wrap="square" lIns="211700" tIns="105850" rIns="211700" bIns="105850" anchor="ctr" anchorCtr="0">
            <a:noAutofit/>
          </a:bodyPr>
          <a:lstStyle>
            <a:lvl1pPr lvl="0" algn="ctr">
              <a:spcBef>
                <a:spcPts val="0"/>
              </a:spcBef>
              <a:spcAft>
                <a:spcPts val="0"/>
              </a:spcAft>
              <a:buClr>
                <a:schemeClr val="dk1"/>
              </a:buClr>
              <a:buSzPts val="1200"/>
              <a:buNone/>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a:endParaRPr/>
          </a:p>
        </p:txBody>
      </p:sp>
      <p:sp>
        <p:nvSpPr>
          <p:cNvPr id="115" name="Google Shape;115;p23"/>
          <p:cNvSpPr txBox="1">
            <a:spLocks noGrp="1"/>
          </p:cNvSpPr>
          <p:nvPr>
            <p:ph type="body" idx="1"/>
          </p:nvPr>
        </p:nvSpPr>
        <p:spPr>
          <a:xfrm rot="5400000">
            <a:off x="252300" y="5525101"/>
            <a:ext cx="14254800" cy="13284600"/>
          </a:xfrm>
          <a:prstGeom prst="rect">
            <a:avLst/>
          </a:prstGeom>
          <a:noFill/>
          <a:ln>
            <a:noFill/>
          </a:ln>
        </p:spPr>
        <p:txBody>
          <a:bodyPr spcFirstLastPara="1" wrap="square" lIns="211700" tIns="105850" rIns="211700" bIns="105850" anchor="t" anchorCtr="0">
            <a:noAutofit/>
          </a:bodyPr>
          <a:lstStyle>
            <a:lvl1pPr marL="457200" lvl="0" indent="-304800" algn="l">
              <a:spcBef>
                <a:spcPts val="0"/>
              </a:spcBef>
              <a:spcAft>
                <a:spcPts val="0"/>
              </a:spcAft>
              <a:buClr>
                <a:schemeClr val="dk1"/>
              </a:buClr>
              <a:buSzPts val="1200"/>
              <a:buChar char="•"/>
              <a:defRPr/>
            </a:lvl1pPr>
            <a:lvl2pPr marL="914400" lvl="1" indent="-304800" algn="l">
              <a:spcBef>
                <a:spcPts val="0"/>
              </a:spcBef>
              <a:spcAft>
                <a:spcPts val="0"/>
              </a:spcAft>
              <a:buClr>
                <a:schemeClr val="dk1"/>
              </a:buClr>
              <a:buSzPts val="1200"/>
              <a:buChar char="–"/>
              <a:defRPr/>
            </a:lvl2pPr>
            <a:lvl3pPr marL="1371600" lvl="2" indent="-304800" algn="l">
              <a:spcBef>
                <a:spcPts val="0"/>
              </a:spcBef>
              <a:spcAft>
                <a:spcPts val="0"/>
              </a:spcAft>
              <a:buClr>
                <a:schemeClr val="dk1"/>
              </a:buClr>
              <a:buSzPts val="1200"/>
              <a:buChar char="•"/>
              <a:defRPr/>
            </a:lvl3pPr>
            <a:lvl4pPr marL="1828800" lvl="3" indent="-304800" algn="l">
              <a:spcBef>
                <a:spcPts val="0"/>
              </a:spcBef>
              <a:spcAft>
                <a:spcPts val="0"/>
              </a:spcAft>
              <a:buClr>
                <a:schemeClr val="dk1"/>
              </a:buClr>
              <a:buSzPts val="1200"/>
              <a:buChar char="–"/>
              <a:defRPr/>
            </a:lvl4pPr>
            <a:lvl5pPr marL="2286000" lvl="4" indent="-304800" algn="l">
              <a:spcBef>
                <a:spcPts val="0"/>
              </a:spcBef>
              <a:spcAft>
                <a:spcPts val="0"/>
              </a:spcAft>
              <a:buClr>
                <a:schemeClr val="dk1"/>
              </a:buClr>
              <a:buSzPts val="1200"/>
              <a:buChar char="»"/>
              <a:defRPr/>
            </a:lvl5pPr>
            <a:lvl6pPr marL="2743200" lvl="5" indent="-304800" algn="l">
              <a:spcBef>
                <a:spcPts val="0"/>
              </a:spcBef>
              <a:spcAft>
                <a:spcPts val="0"/>
              </a:spcAft>
              <a:buClr>
                <a:schemeClr val="dk1"/>
              </a:buClr>
              <a:buSzPts val="1200"/>
              <a:buChar char="•"/>
              <a:defRPr/>
            </a:lvl6pPr>
            <a:lvl7pPr marL="3200400" lvl="6" indent="-304800" algn="l">
              <a:spcBef>
                <a:spcPts val="0"/>
              </a:spcBef>
              <a:spcAft>
                <a:spcPts val="0"/>
              </a:spcAft>
              <a:buClr>
                <a:schemeClr val="dk1"/>
              </a:buClr>
              <a:buSzPts val="1200"/>
              <a:buChar char="•"/>
              <a:defRPr/>
            </a:lvl7pPr>
            <a:lvl8pPr marL="3657600" lvl="7" indent="-304800" algn="l">
              <a:spcBef>
                <a:spcPts val="0"/>
              </a:spcBef>
              <a:spcAft>
                <a:spcPts val="0"/>
              </a:spcAft>
              <a:buClr>
                <a:schemeClr val="dk1"/>
              </a:buClr>
              <a:buSzPts val="1200"/>
              <a:buChar char="•"/>
              <a:defRPr/>
            </a:lvl8pPr>
            <a:lvl9pPr marL="4114800" lvl="8" indent="-304800" algn="l">
              <a:spcBef>
                <a:spcPts val="0"/>
              </a:spcBef>
              <a:spcAft>
                <a:spcPts val="0"/>
              </a:spcAft>
              <a:buClr>
                <a:schemeClr val="dk1"/>
              </a:buClr>
              <a:buSzPts val="1200"/>
              <a:buChar char="•"/>
              <a:defRPr/>
            </a:lvl9pPr>
          </a:lstStyle>
          <a:p>
            <a:endParaRPr/>
          </a:p>
        </p:txBody>
      </p:sp>
      <p:sp>
        <p:nvSpPr>
          <p:cNvPr id="116" name="Google Shape;116;p23"/>
          <p:cNvSpPr txBox="1">
            <a:spLocks noGrp="1"/>
          </p:cNvSpPr>
          <p:nvPr>
            <p:ph type="dt" idx="10"/>
          </p:nvPr>
        </p:nvSpPr>
        <p:spPr>
          <a:xfrm>
            <a:off x="738000" y="20020002"/>
            <a:ext cx="3444600" cy="1150800"/>
          </a:xfrm>
          <a:prstGeom prst="rect">
            <a:avLst/>
          </a:prstGeom>
          <a:noFill/>
          <a:ln>
            <a:noFill/>
          </a:ln>
        </p:spPr>
        <p:txBody>
          <a:bodyPr spcFirstLastPara="1" wrap="square" lIns="211700" tIns="105850" rIns="211700" bIns="105850" anchor="ctr" anchorCtr="0">
            <a:noAutofit/>
          </a:bodyPr>
          <a:lstStyle>
            <a:lvl1pPr lvl="0" algn="l">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117" name="Google Shape;117;p23"/>
          <p:cNvSpPr txBox="1">
            <a:spLocks noGrp="1"/>
          </p:cNvSpPr>
          <p:nvPr>
            <p:ph type="ftr" idx="11"/>
          </p:nvPr>
        </p:nvSpPr>
        <p:spPr>
          <a:xfrm>
            <a:off x="5043000" y="20020002"/>
            <a:ext cx="4674600" cy="1150800"/>
          </a:xfrm>
          <a:prstGeom prst="rect">
            <a:avLst/>
          </a:prstGeom>
          <a:noFill/>
          <a:ln>
            <a:noFill/>
          </a:ln>
        </p:spPr>
        <p:txBody>
          <a:bodyPr spcFirstLastPara="1" wrap="square" lIns="211700" tIns="105850" rIns="211700" bIns="105850" anchor="ctr" anchorCtr="0">
            <a:noAutofit/>
          </a:bodyPr>
          <a:lstStyle>
            <a:lvl1pPr lvl="0" algn="ctr">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118" name="Google Shape;118;p23"/>
          <p:cNvSpPr txBox="1">
            <a:spLocks noGrp="1"/>
          </p:cNvSpPr>
          <p:nvPr>
            <p:ph type="sldNum" idx="12"/>
          </p:nvPr>
        </p:nvSpPr>
        <p:spPr>
          <a:xfrm>
            <a:off x="10578000" y="20020002"/>
            <a:ext cx="3444600" cy="1150800"/>
          </a:xfrm>
          <a:prstGeom prst="rect">
            <a:avLst/>
          </a:prstGeom>
          <a:noFill/>
          <a:ln>
            <a:noFill/>
          </a:ln>
        </p:spPr>
        <p:txBody>
          <a:bodyPr spcFirstLastPara="1" wrap="square" lIns="211700" tIns="105850" rIns="211700" bIns="105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垂直排列标题与文本"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14337998" y="43704203"/>
            <a:ext cx="87085200" cy="7846800"/>
          </a:xfrm>
          <a:prstGeom prst="rect">
            <a:avLst/>
          </a:prstGeom>
          <a:noFill/>
          <a:ln>
            <a:noFill/>
          </a:ln>
        </p:spPr>
        <p:txBody>
          <a:bodyPr spcFirstLastPara="1" wrap="square" lIns="211700" tIns="105850" rIns="211700" bIns="105850" anchor="ctr" anchorCtr="0">
            <a:noAutofit/>
          </a:bodyPr>
          <a:lstStyle>
            <a:lvl1pPr lvl="0" algn="ctr">
              <a:spcBef>
                <a:spcPts val="0"/>
              </a:spcBef>
              <a:spcAft>
                <a:spcPts val="0"/>
              </a:spcAft>
              <a:buClr>
                <a:schemeClr val="dk1"/>
              </a:buClr>
              <a:buSzPts val="1200"/>
              <a:buNone/>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a:endParaRPr/>
          </a:p>
        </p:txBody>
      </p:sp>
      <p:sp>
        <p:nvSpPr>
          <p:cNvPr id="121" name="Google Shape;121;p24"/>
          <p:cNvSpPr txBox="1">
            <a:spLocks noGrp="1"/>
          </p:cNvSpPr>
          <p:nvPr>
            <p:ph type="body" idx="1"/>
          </p:nvPr>
        </p:nvSpPr>
        <p:spPr>
          <a:xfrm rot="5400000">
            <a:off x="-30153124" y="35981453"/>
            <a:ext cx="87085200" cy="23292300"/>
          </a:xfrm>
          <a:prstGeom prst="rect">
            <a:avLst/>
          </a:prstGeom>
          <a:noFill/>
          <a:ln>
            <a:noFill/>
          </a:ln>
        </p:spPr>
        <p:txBody>
          <a:bodyPr spcFirstLastPara="1" wrap="square" lIns="211700" tIns="105850" rIns="211700" bIns="105850" anchor="t" anchorCtr="0">
            <a:noAutofit/>
          </a:bodyPr>
          <a:lstStyle>
            <a:lvl1pPr marL="457200" lvl="0" indent="-304800" algn="l">
              <a:spcBef>
                <a:spcPts val="0"/>
              </a:spcBef>
              <a:spcAft>
                <a:spcPts val="0"/>
              </a:spcAft>
              <a:buClr>
                <a:schemeClr val="dk1"/>
              </a:buClr>
              <a:buSzPts val="1200"/>
              <a:buChar char="•"/>
              <a:defRPr/>
            </a:lvl1pPr>
            <a:lvl2pPr marL="914400" lvl="1" indent="-304800" algn="l">
              <a:spcBef>
                <a:spcPts val="0"/>
              </a:spcBef>
              <a:spcAft>
                <a:spcPts val="0"/>
              </a:spcAft>
              <a:buClr>
                <a:schemeClr val="dk1"/>
              </a:buClr>
              <a:buSzPts val="1200"/>
              <a:buChar char="–"/>
              <a:defRPr/>
            </a:lvl2pPr>
            <a:lvl3pPr marL="1371600" lvl="2" indent="-304800" algn="l">
              <a:spcBef>
                <a:spcPts val="0"/>
              </a:spcBef>
              <a:spcAft>
                <a:spcPts val="0"/>
              </a:spcAft>
              <a:buClr>
                <a:schemeClr val="dk1"/>
              </a:buClr>
              <a:buSzPts val="1200"/>
              <a:buChar char="•"/>
              <a:defRPr/>
            </a:lvl3pPr>
            <a:lvl4pPr marL="1828800" lvl="3" indent="-304800" algn="l">
              <a:spcBef>
                <a:spcPts val="0"/>
              </a:spcBef>
              <a:spcAft>
                <a:spcPts val="0"/>
              </a:spcAft>
              <a:buClr>
                <a:schemeClr val="dk1"/>
              </a:buClr>
              <a:buSzPts val="1200"/>
              <a:buChar char="–"/>
              <a:defRPr/>
            </a:lvl4pPr>
            <a:lvl5pPr marL="2286000" lvl="4" indent="-304800" algn="l">
              <a:spcBef>
                <a:spcPts val="0"/>
              </a:spcBef>
              <a:spcAft>
                <a:spcPts val="0"/>
              </a:spcAft>
              <a:buClr>
                <a:schemeClr val="dk1"/>
              </a:buClr>
              <a:buSzPts val="1200"/>
              <a:buChar char="»"/>
              <a:defRPr/>
            </a:lvl5pPr>
            <a:lvl6pPr marL="2743200" lvl="5" indent="-304800" algn="l">
              <a:spcBef>
                <a:spcPts val="0"/>
              </a:spcBef>
              <a:spcAft>
                <a:spcPts val="0"/>
              </a:spcAft>
              <a:buClr>
                <a:schemeClr val="dk1"/>
              </a:buClr>
              <a:buSzPts val="1200"/>
              <a:buChar char="•"/>
              <a:defRPr/>
            </a:lvl6pPr>
            <a:lvl7pPr marL="3200400" lvl="6" indent="-304800" algn="l">
              <a:spcBef>
                <a:spcPts val="0"/>
              </a:spcBef>
              <a:spcAft>
                <a:spcPts val="0"/>
              </a:spcAft>
              <a:buClr>
                <a:schemeClr val="dk1"/>
              </a:buClr>
              <a:buSzPts val="1200"/>
              <a:buChar char="•"/>
              <a:defRPr/>
            </a:lvl7pPr>
            <a:lvl8pPr marL="3657600" lvl="7" indent="-304800" algn="l">
              <a:spcBef>
                <a:spcPts val="0"/>
              </a:spcBef>
              <a:spcAft>
                <a:spcPts val="0"/>
              </a:spcAft>
              <a:buClr>
                <a:schemeClr val="dk1"/>
              </a:buClr>
              <a:buSzPts val="1200"/>
              <a:buChar char="•"/>
              <a:defRPr/>
            </a:lvl8pPr>
            <a:lvl9pPr marL="4114800" lvl="8" indent="-304800" algn="l">
              <a:spcBef>
                <a:spcPts val="0"/>
              </a:spcBef>
              <a:spcAft>
                <a:spcPts val="0"/>
              </a:spcAft>
              <a:buClr>
                <a:schemeClr val="dk1"/>
              </a:buClr>
              <a:buSzPts val="1200"/>
              <a:buChar char="•"/>
              <a:defRPr/>
            </a:lvl9pPr>
          </a:lstStyle>
          <a:p>
            <a:endParaRPr/>
          </a:p>
        </p:txBody>
      </p:sp>
      <p:sp>
        <p:nvSpPr>
          <p:cNvPr id="122" name="Google Shape;122;p24"/>
          <p:cNvSpPr txBox="1">
            <a:spLocks noGrp="1"/>
          </p:cNvSpPr>
          <p:nvPr>
            <p:ph type="dt" idx="10"/>
          </p:nvPr>
        </p:nvSpPr>
        <p:spPr>
          <a:xfrm>
            <a:off x="738000" y="20020002"/>
            <a:ext cx="3444600" cy="1150800"/>
          </a:xfrm>
          <a:prstGeom prst="rect">
            <a:avLst/>
          </a:prstGeom>
          <a:noFill/>
          <a:ln>
            <a:noFill/>
          </a:ln>
        </p:spPr>
        <p:txBody>
          <a:bodyPr spcFirstLastPara="1" wrap="square" lIns="211700" tIns="105850" rIns="211700" bIns="105850" anchor="ctr" anchorCtr="0">
            <a:noAutofit/>
          </a:bodyPr>
          <a:lstStyle>
            <a:lvl1pPr lvl="0" algn="l">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123" name="Google Shape;123;p24"/>
          <p:cNvSpPr txBox="1">
            <a:spLocks noGrp="1"/>
          </p:cNvSpPr>
          <p:nvPr>
            <p:ph type="ftr" idx="11"/>
          </p:nvPr>
        </p:nvSpPr>
        <p:spPr>
          <a:xfrm>
            <a:off x="5043000" y="20020002"/>
            <a:ext cx="4674600" cy="1150800"/>
          </a:xfrm>
          <a:prstGeom prst="rect">
            <a:avLst/>
          </a:prstGeom>
          <a:noFill/>
          <a:ln>
            <a:noFill/>
          </a:ln>
        </p:spPr>
        <p:txBody>
          <a:bodyPr spcFirstLastPara="1" wrap="square" lIns="211700" tIns="105850" rIns="211700" bIns="105850" anchor="ctr" anchorCtr="0">
            <a:noAutofit/>
          </a:bodyPr>
          <a:lstStyle>
            <a:lvl1pPr lvl="0" algn="ctr">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124" name="Google Shape;124;p24"/>
          <p:cNvSpPr txBox="1">
            <a:spLocks noGrp="1"/>
          </p:cNvSpPr>
          <p:nvPr>
            <p:ph type="sldNum" idx="12"/>
          </p:nvPr>
        </p:nvSpPr>
        <p:spPr>
          <a:xfrm>
            <a:off x="10578000" y="20020002"/>
            <a:ext cx="3444600" cy="1150800"/>
          </a:xfrm>
          <a:prstGeom prst="rect">
            <a:avLst/>
          </a:prstGeom>
          <a:noFill/>
          <a:ln>
            <a:noFill/>
          </a:ln>
        </p:spPr>
        <p:txBody>
          <a:bodyPr spcFirstLastPara="1" wrap="square" lIns="211700" tIns="105850" rIns="211700" bIns="105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03138" y="1868871"/>
            <a:ext cx="13753200" cy="2404800"/>
          </a:xfrm>
          <a:prstGeom prst="rect">
            <a:avLst/>
          </a:prstGeom>
          <a:noFill/>
          <a:ln>
            <a:noFill/>
          </a:ln>
        </p:spPr>
        <p:txBody>
          <a:bodyPr spcFirstLastPara="1" wrap="square" lIns="187150" tIns="187150" rIns="187150" bIns="187150" anchor="t" anchorCtr="0">
            <a:noAutofit/>
          </a:bodyPr>
          <a:lstStyle>
            <a:lvl1pPr lvl="0">
              <a:spcBef>
                <a:spcPts val="0"/>
              </a:spcBef>
              <a:spcAft>
                <a:spcPts val="0"/>
              </a:spcAft>
              <a:buClr>
                <a:schemeClr val="dk1"/>
              </a:buClr>
              <a:buSzPts val="5800"/>
              <a:buNone/>
              <a:defRPr sz="5800">
                <a:solidFill>
                  <a:schemeClr val="dk1"/>
                </a:solidFill>
              </a:defRPr>
            </a:lvl1pPr>
            <a:lvl2pPr lvl="1">
              <a:spcBef>
                <a:spcPts val="0"/>
              </a:spcBef>
              <a:spcAft>
                <a:spcPts val="0"/>
              </a:spcAft>
              <a:buClr>
                <a:schemeClr val="dk1"/>
              </a:buClr>
              <a:buSzPts val="5800"/>
              <a:buNone/>
              <a:defRPr sz="5800">
                <a:solidFill>
                  <a:schemeClr val="dk1"/>
                </a:solidFill>
              </a:defRPr>
            </a:lvl2pPr>
            <a:lvl3pPr lvl="2">
              <a:spcBef>
                <a:spcPts val="0"/>
              </a:spcBef>
              <a:spcAft>
                <a:spcPts val="0"/>
              </a:spcAft>
              <a:buClr>
                <a:schemeClr val="dk1"/>
              </a:buClr>
              <a:buSzPts val="5800"/>
              <a:buNone/>
              <a:defRPr sz="5800">
                <a:solidFill>
                  <a:schemeClr val="dk1"/>
                </a:solidFill>
              </a:defRPr>
            </a:lvl3pPr>
            <a:lvl4pPr lvl="3">
              <a:spcBef>
                <a:spcPts val="0"/>
              </a:spcBef>
              <a:spcAft>
                <a:spcPts val="0"/>
              </a:spcAft>
              <a:buClr>
                <a:schemeClr val="dk1"/>
              </a:buClr>
              <a:buSzPts val="5800"/>
              <a:buNone/>
              <a:defRPr sz="5800">
                <a:solidFill>
                  <a:schemeClr val="dk1"/>
                </a:solidFill>
              </a:defRPr>
            </a:lvl4pPr>
            <a:lvl5pPr lvl="4">
              <a:spcBef>
                <a:spcPts val="0"/>
              </a:spcBef>
              <a:spcAft>
                <a:spcPts val="0"/>
              </a:spcAft>
              <a:buClr>
                <a:schemeClr val="dk1"/>
              </a:buClr>
              <a:buSzPts val="5800"/>
              <a:buNone/>
              <a:defRPr sz="5800">
                <a:solidFill>
                  <a:schemeClr val="dk1"/>
                </a:solidFill>
              </a:defRPr>
            </a:lvl5pPr>
            <a:lvl6pPr lvl="5">
              <a:spcBef>
                <a:spcPts val="0"/>
              </a:spcBef>
              <a:spcAft>
                <a:spcPts val="0"/>
              </a:spcAft>
              <a:buClr>
                <a:schemeClr val="dk1"/>
              </a:buClr>
              <a:buSzPts val="5800"/>
              <a:buNone/>
              <a:defRPr sz="5800">
                <a:solidFill>
                  <a:schemeClr val="dk1"/>
                </a:solidFill>
              </a:defRPr>
            </a:lvl6pPr>
            <a:lvl7pPr lvl="6">
              <a:spcBef>
                <a:spcPts val="0"/>
              </a:spcBef>
              <a:spcAft>
                <a:spcPts val="0"/>
              </a:spcAft>
              <a:buClr>
                <a:schemeClr val="dk1"/>
              </a:buClr>
              <a:buSzPts val="5800"/>
              <a:buNone/>
              <a:defRPr sz="5800">
                <a:solidFill>
                  <a:schemeClr val="dk1"/>
                </a:solidFill>
              </a:defRPr>
            </a:lvl7pPr>
            <a:lvl8pPr lvl="7">
              <a:spcBef>
                <a:spcPts val="0"/>
              </a:spcBef>
              <a:spcAft>
                <a:spcPts val="0"/>
              </a:spcAft>
              <a:buClr>
                <a:schemeClr val="dk1"/>
              </a:buClr>
              <a:buSzPts val="5800"/>
              <a:buNone/>
              <a:defRPr sz="5800">
                <a:solidFill>
                  <a:schemeClr val="dk1"/>
                </a:solidFill>
              </a:defRPr>
            </a:lvl8pPr>
            <a:lvl9pPr lvl="8">
              <a:spcBef>
                <a:spcPts val="0"/>
              </a:spcBef>
              <a:spcAft>
                <a:spcPts val="0"/>
              </a:spcAft>
              <a:buClr>
                <a:schemeClr val="dk1"/>
              </a:buClr>
              <a:buSzPts val="5800"/>
              <a:buNone/>
              <a:defRPr sz="5800">
                <a:solidFill>
                  <a:schemeClr val="dk1"/>
                </a:solidFill>
              </a:defRPr>
            </a:lvl9pPr>
          </a:lstStyle>
          <a:p>
            <a:endParaRPr/>
          </a:p>
        </p:txBody>
      </p:sp>
      <p:sp>
        <p:nvSpPr>
          <p:cNvPr id="7" name="Google Shape;7;p1"/>
          <p:cNvSpPr txBox="1">
            <a:spLocks noGrp="1"/>
          </p:cNvSpPr>
          <p:nvPr>
            <p:ph type="body" idx="1"/>
          </p:nvPr>
        </p:nvSpPr>
        <p:spPr>
          <a:xfrm>
            <a:off x="503138" y="4839790"/>
            <a:ext cx="13753200" cy="14348700"/>
          </a:xfrm>
          <a:prstGeom prst="rect">
            <a:avLst/>
          </a:prstGeom>
          <a:noFill/>
          <a:ln>
            <a:noFill/>
          </a:ln>
        </p:spPr>
        <p:txBody>
          <a:bodyPr spcFirstLastPara="1" wrap="square" lIns="187150" tIns="187150" rIns="187150" bIns="187150" anchor="t" anchorCtr="0">
            <a:noAutofit/>
          </a:bodyPr>
          <a:lstStyle>
            <a:lvl1pPr marL="457200" lvl="0" indent="-469900">
              <a:lnSpc>
                <a:spcPct val="115000"/>
              </a:lnSpc>
              <a:spcBef>
                <a:spcPts val="0"/>
              </a:spcBef>
              <a:spcAft>
                <a:spcPts val="0"/>
              </a:spcAft>
              <a:buClr>
                <a:schemeClr val="dk2"/>
              </a:buClr>
              <a:buSzPts val="3800"/>
              <a:buChar char="●"/>
              <a:defRPr sz="3800">
                <a:solidFill>
                  <a:schemeClr val="dk2"/>
                </a:solidFill>
              </a:defRPr>
            </a:lvl1pPr>
            <a:lvl2pPr marL="914400" lvl="1" indent="-419100">
              <a:lnSpc>
                <a:spcPct val="115000"/>
              </a:lnSpc>
              <a:spcBef>
                <a:spcPts val="3400"/>
              </a:spcBef>
              <a:spcAft>
                <a:spcPts val="0"/>
              </a:spcAft>
              <a:buClr>
                <a:schemeClr val="dk2"/>
              </a:buClr>
              <a:buSzPts val="3000"/>
              <a:buChar char="○"/>
              <a:defRPr sz="3000">
                <a:solidFill>
                  <a:schemeClr val="dk2"/>
                </a:solidFill>
              </a:defRPr>
            </a:lvl2pPr>
            <a:lvl3pPr marL="1371600" lvl="2" indent="-419100">
              <a:lnSpc>
                <a:spcPct val="115000"/>
              </a:lnSpc>
              <a:spcBef>
                <a:spcPts val="3400"/>
              </a:spcBef>
              <a:spcAft>
                <a:spcPts val="0"/>
              </a:spcAft>
              <a:buClr>
                <a:schemeClr val="dk2"/>
              </a:buClr>
              <a:buSzPts val="3000"/>
              <a:buChar char="■"/>
              <a:defRPr sz="3000">
                <a:solidFill>
                  <a:schemeClr val="dk2"/>
                </a:solidFill>
              </a:defRPr>
            </a:lvl3pPr>
            <a:lvl4pPr marL="1828800" lvl="3" indent="-419100">
              <a:lnSpc>
                <a:spcPct val="115000"/>
              </a:lnSpc>
              <a:spcBef>
                <a:spcPts val="3400"/>
              </a:spcBef>
              <a:spcAft>
                <a:spcPts val="0"/>
              </a:spcAft>
              <a:buClr>
                <a:schemeClr val="dk2"/>
              </a:buClr>
              <a:buSzPts val="3000"/>
              <a:buChar char="●"/>
              <a:defRPr sz="3000">
                <a:solidFill>
                  <a:schemeClr val="dk2"/>
                </a:solidFill>
              </a:defRPr>
            </a:lvl4pPr>
            <a:lvl5pPr marL="2286000" lvl="4" indent="-419100">
              <a:lnSpc>
                <a:spcPct val="115000"/>
              </a:lnSpc>
              <a:spcBef>
                <a:spcPts val="3400"/>
              </a:spcBef>
              <a:spcAft>
                <a:spcPts val="0"/>
              </a:spcAft>
              <a:buClr>
                <a:schemeClr val="dk2"/>
              </a:buClr>
              <a:buSzPts val="3000"/>
              <a:buChar char="○"/>
              <a:defRPr sz="3000">
                <a:solidFill>
                  <a:schemeClr val="dk2"/>
                </a:solidFill>
              </a:defRPr>
            </a:lvl5pPr>
            <a:lvl6pPr marL="2743200" lvl="5" indent="-419100">
              <a:lnSpc>
                <a:spcPct val="115000"/>
              </a:lnSpc>
              <a:spcBef>
                <a:spcPts val="3400"/>
              </a:spcBef>
              <a:spcAft>
                <a:spcPts val="0"/>
              </a:spcAft>
              <a:buClr>
                <a:schemeClr val="dk2"/>
              </a:buClr>
              <a:buSzPts val="3000"/>
              <a:buChar char="■"/>
              <a:defRPr sz="3000">
                <a:solidFill>
                  <a:schemeClr val="dk2"/>
                </a:solidFill>
              </a:defRPr>
            </a:lvl6pPr>
            <a:lvl7pPr marL="3200400" lvl="6" indent="-419100">
              <a:lnSpc>
                <a:spcPct val="115000"/>
              </a:lnSpc>
              <a:spcBef>
                <a:spcPts val="3400"/>
              </a:spcBef>
              <a:spcAft>
                <a:spcPts val="0"/>
              </a:spcAft>
              <a:buClr>
                <a:schemeClr val="dk2"/>
              </a:buClr>
              <a:buSzPts val="3000"/>
              <a:buChar char="●"/>
              <a:defRPr sz="3000">
                <a:solidFill>
                  <a:schemeClr val="dk2"/>
                </a:solidFill>
              </a:defRPr>
            </a:lvl7pPr>
            <a:lvl8pPr marL="3657600" lvl="7" indent="-419100">
              <a:lnSpc>
                <a:spcPct val="115000"/>
              </a:lnSpc>
              <a:spcBef>
                <a:spcPts val="3400"/>
              </a:spcBef>
              <a:spcAft>
                <a:spcPts val="0"/>
              </a:spcAft>
              <a:buClr>
                <a:schemeClr val="dk2"/>
              </a:buClr>
              <a:buSzPts val="3000"/>
              <a:buChar char="○"/>
              <a:defRPr sz="3000">
                <a:solidFill>
                  <a:schemeClr val="dk2"/>
                </a:solidFill>
              </a:defRPr>
            </a:lvl8pPr>
            <a:lvl9pPr marL="4114800" lvl="8" indent="-419100">
              <a:lnSpc>
                <a:spcPct val="115000"/>
              </a:lnSpc>
              <a:spcBef>
                <a:spcPts val="3400"/>
              </a:spcBef>
              <a:spcAft>
                <a:spcPts val="3400"/>
              </a:spcAft>
              <a:buClr>
                <a:schemeClr val="dk2"/>
              </a:buClr>
              <a:buSzPts val="3000"/>
              <a:buChar char="■"/>
              <a:defRPr sz="3000">
                <a:solidFill>
                  <a:schemeClr val="dk2"/>
                </a:solidFill>
              </a:defRPr>
            </a:lvl9pPr>
          </a:lstStyle>
          <a:p>
            <a:endParaRPr/>
          </a:p>
        </p:txBody>
      </p:sp>
      <p:sp>
        <p:nvSpPr>
          <p:cNvPr id="8" name="Google Shape;8;p1"/>
          <p:cNvSpPr txBox="1">
            <a:spLocks noGrp="1"/>
          </p:cNvSpPr>
          <p:nvPr>
            <p:ph type="sldNum" idx="12"/>
          </p:nvPr>
        </p:nvSpPr>
        <p:spPr>
          <a:xfrm>
            <a:off x="13676015" y="19583063"/>
            <a:ext cx="886200" cy="1651800"/>
          </a:xfrm>
          <a:prstGeom prst="rect">
            <a:avLst/>
          </a:prstGeom>
          <a:noFill/>
          <a:ln>
            <a:noFill/>
          </a:ln>
        </p:spPr>
        <p:txBody>
          <a:bodyPr spcFirstLastPara="1" wrap="square" lIns="187150" tIns="187150" rIns="187150" bIns="187150" anchor="ctr" anchorCtr="0">
            <a:noAutofit/>
          </a:bodyPr>
          <a:lstStyle>
            <a:lvl1pPr lvl="0" algn="r">
              <a:buNone/>
              <a:defRPr sz="2000">
                <a:solidFill>
                  <a:schemeClr val="dk2"/>
                </a:solidFill>
              </a:defRPr>
            </a:lvl1pPr>
            <a:lvl2pPr lvl="1" algn="r">
              <a:buNone/>
              <a:defRPr sz="2000">
                <a:solidFill>
                  <a:schemeClr val="dk2"/>
                </a:solidFill>
              </a:defRPr>
            </a:lvl2pPr>
            <a:lvl3pPr lvl="2" algn="r">
              <a:buNone/>
              <a:defRPr sz="2000">
                <a:solidFill>
                  <a:schemeClr val="dk2"/>
                </a:solidFill>
              </a:defRPr>
            </a:lvl3pPr>
            <a:lvl4pPr lvl="3" algn="r">
              <a:buNone/>
              <a:defRPr sz="2000">
                <a:solidFill>
                  <a:schemeClr val="dk2"/>
                </a:solidFill>
              </a:defRPr>
            </a:lvl4pPr>
            <a:lvl5pPr lvl="4" algn="r">
              <a:buNone/>
              <a:defRPr sz="2000">
                <a:solidFill>
                  <a:schemeClr val="dk2"/>
                </a:solidFill>
              </a:defRPr>
            </a:lvl5pPr>
            <a:lvl6pPr lvl="5" algn="r">
              <a:buNone/>
              <a:defRPr sz="2000">
                <a:solidFill>
                  <a:schemeClr val="dk2"/>
                </a:solidFill>
              </a:defRPr>
            </a:lvl6pPr>
            <a:lvl7pPr lvl="6" algn="r">
              <a:buNone/>
              <a:defRPr sz="2000">
                <a:solidFill>
                  <a:schemeClr val="dk2"/>
                </a:solidFill>
              </a:defRPr>
            </a:lvl7pPr>
            <a:lvl8pPr lvl="7" algn="r">
              <a:buNone/>
              <a:defRPr sz="2000">
                <a:solidFill>
                  <a:schemeClr val="dk2"/>
                </a:solidFill>
              </a:defRPr>
            </a:lvl8pPr>
            <a:lvl9pPr lvl="8" algn="r">
              <a:buNone/>
              <a:defRPr sz="2000">
                <a:solidFill>
                  <a:schemeClr val="dk2"/>
                </a:solidFil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738000" y="865002"/>
            <a:ext cx="13284600" cy="3600000"/>
          </a:xfrm>
          <a:prstGeom prst="rect">
            <a:avLst/>
          </a:prstGeom>
          <a:noFill/>
          <a:ln>
            <a:noFill/>
          </a:ln>
        </p:spPr>
        <p:txBody>
          <a:bodyPr spcFirstLastPara="1" wrap="square" lIns="211700" tIns="105850" rIns="211700" bIns="105850" anchor="ctr" anchorCtr="0">
            <a:noAutofit/>
          </a:bodyPr>
          <a:lstStyle>
            <a:lvl1pPr marR="0" lvl="0" algn="ctr" rtl="0">
              <a:spcBef>
                <a:spcPts val="0"/>
              </a:spcBef>
              <a:spcAft>
                <a:spcPts val="0"/>
              </a:spcAft>
              <a:buClr>
                <a:schemeClr val="dk1"/>
              </a:buClr>
              <a:buSzPts val="10000"/>
              <a:buFont typeface="Calibri"/>
              <a:buNone/>
              <a:defRPr sz="10000" b="0" i="0" u="none" strike="noStrike" cap="none">
                <a:solidFill>
                  <a:schemeClr val="dk1"/>
                </a:solidFill>
                <a:latin typeface="Calibri"/>
                <a:ea typeface="Calibri"/>
                <a:cs typeface="Calibri"/>
                <a:sym typeface="Calibri"/>
              </a:defRPr>
            </a:lvl1pPr>
            <a:lvl2pPr lvl="1">
              <a:spcBef>
                <a:spcPts val="0"/>
              </a:spcBef>
              <a:spcAft>
                <a:spcPts val="0"/>
              </a:spcAft>
              <a:buSzPts val="800"/>
              <a:buNone/>
              <a:defRPr sz="1200"/>
            </a:lvl2pPr>
            <a:lvl3pPr lvl="2">
              <a:spcBef>
                <a:spcPts val="0"/>
              </a:spcBef>
              <a:spcAft>
                <a:spcPts val="0"/>
              </a:spcAft>
              <a:buSzPts val="800"/>
              <a:buNone/>
              <a:defRPr sz="1200"/>
            </a:lvl3pPr>
            <a:lvl4pPr lvl="3">
              <a:spcBef>
                <a:spcPts val="0"/>
              </a:spcBef>
              <a:spcAft>
                <a:spcPts val="0"/>
              </a:spcAft>
              <a:buSzPts val="800"/>
              <a:buNone/>
              <a:defRPr sz="1200"/>
            </a:lvl4pPr>
            <a:lvl5pPr lvl="4">
              <a:spcBef>
                <a:spcPts val="0"/>
              </a:spcBef>
              <a:spcAft>
                <a:spcPts val="0"/>
              </a:spcAft>
              <a:buSzPts val="800"/>
              <a:buNone/>
              <a:defRPr sz="1200"/>
            </a:lvl5pPr>
            <a:lvl6pPr lvl="5">
              <a:spcBef>
                <a:spcPts val="0"/>
              </a:spcBef>
              <a:spcAft>
                <a:spcPts val="0"/>
              </a:spcAft>
              <a:buSzPts val="800"/>
              <a:buNone/>
              <a:defRPr sz="1200"/>
            </a:lvl6pPr>
            <a:lvl7pPr lvl="6">
              <a:spcBef>
                <a:spcPts val="0"/>
              </a:spcBef>
              <a:spcAft>
                <a:spcPts val="0"/>
              </a:spcAft>
              <a:buSzPts val="800"/>
              <a:buNone/>
              <a:defRPr sz="1200"/>
            </a:lvl7pPr>
            <a:lvl8pPr lvl="7">
              <a:spcBef>
                <a:spcPts val="0"/>
              </a:spcBef>
              <a:spcAft>
                <a:spcPts val="0"/>
              </a:spcAft>
              <a:buSzPts val="800"/>
              <a:buNone/>
              <a:defRPr sz="1200"/>
            </a:lvl8pPr>
            <a:lvl9pPr lvl="8">
              <a:spcBef>
                <a:spcPts val="0"/>
              </a:spcBef>
              <a:spcAft>
                <a:spcPts val="0"/>
              </a:spcAft>
              <a:buSzPts val="800"/>
              <a:buNone/>
              <a:defRPr sz="1200"/>
            </a:lvl9pPr>
          </a:lstStyle>
          <a:p>
            <a:endParaRPr/>
          </a:p>
        </p:txBody>
      </p:sp>
      <p:sp>
        <p:nvSpPr>
          <p:cNvPr id="52" name="Google Shape;52;p13"/>
          <p:cNvSpPr txBox="1">
            <a:spLocks noGrp="1"/>
          </p:cNvSpPr>
          <p:nvPr>
            <p:ph type="body" idx="1"/>
          </p:nvPr>
        </p:nvSpPr>
        <p:spPr>
          <a:xfrm>
            <a:off x="738000" y="5040001"/>
            <a:ext cx="13284600" cy="14254800"/>
          </a:xfrm>
          <a:prstGeom prst="rect">
            <a:avLst/>
          </a:prstGeom>
          <a:noFill/>
          <a:ln>
            <a:noFill/>
          </a:ln>
        </p:spPr>
        <p:txBody>
          <a:bodyPr spcFirstLastPara="1" wrap="square" lIns="211700" tIns="105850" rIns="211700" bIns="105850" anchor="t" anchorCtr="0">
            <a:noAutofit/>
          </a:bodyPr>
          <a:lstStyle>
            <a:lvl1pPr marL="457200" marR="0" lvl="0" indent="-711200" algn="l" rtl="0">
              <a:spcBef>
                <a:spcPts val="1200"/>
              </a:spcBef>
              <a:spcAft>
                <a:spcPts val="0"/>
              </a:spcAft>
              <a:buClr>
                <a:schemeClr val="dk1"/>
              </a:buClr>
              <a:buSzPts val="7600"/>
              <a:buFont typeface="Arial"/>
              <a:buChar char="•"/>
              <a:defRPr sz="7600" b="0" i="0" u="none" strike="noStrike" cap="none">
                <a:solidFill>
                  <a:schemeClr val="dk1"/>
                </a:solidFill>
                <a:latin typeface="Calibri"/>
                <a:ea typeface="Calibri"/>
                <a:cs typeface="Calibri"/>
                <a:sym typeface="Calibri"/>
              </a:defRPr>
            </a:lvl1pPr>
            <a:lvl2pPr marL="914400" marR="0" lvl="1" indent="-647700" algn="l" rtl="0">
              <a:spcBef>
                <a:spcPts val="1200"/>
              </a:spcBef>
              <a:spcAft>
                <a:spcPts val="0"/>
              </a:spcAft>
              <a:buClr>
                <a:schemeClr val="dk1"/>
              </a:buClr>
              <a:buSzPts val="6600"/>
              <a:buFont typeface="Arial"/>
              <a:buChar char="–"/>
              <a:defRPr sz="6600" b="0" i="0" u="none" strike="noStrike" cap="none">
                <a:solidFill>
                  <a:schemeClr val="dk1"/>
                </a:solidFill>
                <a:latin typeface="Calibri"/>
                <a:ea typeface="Calibri"/>
                <a:cs typeface="Calibri"/>
                <a:sym typeface="Calibri"/>
              </a:defRPr>
            </a:lvl2pPr>
            <a:lvl3pPr marL="1371600" marR="0" lvl="2" indent="-571500" algn="l" rtl="0">
              <a:spcBef>
                <a:spcPts val="800"/>
              </a:spcBef>
              <a:spcAft>
                <a:spcPts val="0"/>
              </a:spcAft>
              <a:buClr>
                <a:schemeClr val="dk1"/>
              </a:buClr>
              <a:buSzPts val="5400"/>
              <a:buFont typeface="Arial"/>
              <a:buChar char="•"/>
              <a:defRPr sz="5400" b="0" i="0" u="none" strike="noStrike" cap="none">
                <a:solidFill>
                  <a:schemeClr val="dk1"/>
                </a:solidFill>
                <a:latin typeface="Calibri"/>
                <a:ea typeface="Calibri"/>
                <a:cs typeface="Calibri"/>
                <a:sym typeface="Calibri"/>
              </a:defRPr>
            </a:lvl3pPr>
            <a:lvl4pPr marL="1828800" marR="0" lvl="3" indent="-520700" algn="l" rtl="0">
              <a:spcBef>
                <a:spcPts val="800"/>
              </a:spcBef>
              <a:spcAft>
                <a:spcPts val="0"/>
              </a:spcAft>
              <a:buClr>
                <a:schemeClr val="dk1"/>
              </a:buClr>
              <a:buSzPts val="4600"/>
              <a:buFont typeface="Arial"/>
              <a:buChar char="–"/>
              <a:defRPr sz="4600" b="0" i="0" u="none" strike="noStrike" cap="none">
                <a:solidFill>
                  <a:schemeClr val="dk1"/>
                </a:solidFill>
                <a:latin typeface="Calibri"/>
                <a:ea typeface="Calibri"/>
                <a:cs typeface="Calibri"/>
                <a:sym typeface="Calibri"/>
              </a:defRPr>
            </a:lvl4pPr>
            <a:lvl5pPr marL="2286000" marR="0" lvl="4" indent="-520700" algn="l" rtl="0">
              <a:spcBef>
                <a:spcPts val="800"/>
              </a:spcBef>
              <a:spcAft>
                <a:spcPts val="0"/>
              </a:spcAft>
              <a:buClr>
                <a:schemeClr val="dk1"/>
              </a:buClr>
              <a:buSzPts val="4600"/>
              <a:buFont typeface="Arial"/>
              <a:buChar char="»"/>
              <a:defRPr sz="4600" b="0" i="0" u="none" strike="noStrike" cap="none">
                <a:solidFill>
                  <a:schemeClr val="dk1"/>
                </a:solidFill>
                <a:latin typeface="Calibri"/>
                <a:ea typeface="Calibri"/>
                <a:cs typeface="Calibri"/>
                <a:sym typeface="Calibri"/>
              </a:defRPr>
            </a:lvl5pPr>
            <a:lvl6pPr marL="2743200" marR="0" lvl="5" indent="-520700" algn="l" rtl="0">
              <a:spcBef>
                <a:spcPts val="800"/>
              </a:spcBef>
              <a:spcAft>
                <a:spcPts val="0"/>
              </a:spcAft>
              <a:buClr>
                <a:schemeClr val="dk1"/>
              </a:buClr>
              <a:buSzPts val="4600"/>
              <a:buFont typeface="Arial"/>
              <a:buChar char="•"/>
              <a:defRPr sz="4600" b="0" i="0" u="none" strike="noStrike" cap="none">
                <a:solidFill>
                  <a:schemeClr val="dk1"/>
                </a:solidFill>
                <a:latin typeface="Calibri"/>
                <a:ea typeface="Calibri"/>
                <a:cs typeface="Calibri"/>
                <a:sym typeface="Calibri"/>
              </a:defRPr>
            </a:lvl6pPr>
            <a:lvl7pPr marL="3200400" marR="0" lvl="6" indent="-520700" algn="l" rtl="0">
              <a:spcBef>
                <a:spcPts val="800"/>
              </a:spcBef>
              <a:spcAft>
                <a:spcPts val="0"/>
              </a:spcAft>
              <a:buClr>
                <a:schemeClr val="dk1"/>
              </a:buClr>
              <a:buSzPts val="4600"/>
              <a:buFont typeface="Arial"/>
              <a:buChar char="•"/>
              <a:defRPr sz="4600" b="0" i="0" u="none" strike="noStrike" cap="none">
                <a:solidFill>
                  <a:schemeClr val="dk1"/>
                </a:solidFill>
                <a:latin typeface="Calibri"/>
                <a:ea typeface="Calibri"/>
                <a:cs typeface="Calibri"/>
                <a:sym typeface="Calibri"/>
              </a:defRPr>
            </a:lvl7pPr>
            <a:lvl8pPr marL="3657600" marR="0" lvl="7" indent="-520700" algn="l" rtl="0">
              <a:spcBef>
                <a:spcPts val="800"/>
              </a:spcBef>
              <a:spcAft>
                <a:spcPts val="0"/>
              </a:spcAft>
              <a:buClr>
                <a:schemeClr val="dk1"/>
              </a:buClr>
              <a:buSzPts val="4600"/>
              <a:buFont typeface="Arial"/>
              <a:buChar char="•"/>
              <a:defRPr sz="4600" b="0" i="0" u="none" strike="noStrike" cap="none">
                <a:solidFill>
                  <a:schemeClr val="dk1"/>
                </a:solidFill>
                <a:latin typeface="Calibri"/>
                <a:ea typeface="Calibri"/>
                <a:cs typeface="Calibri"/>
                <a:sym typeface="Calibri"/>
              </a:defRPr>
            </a:lvl8pPr>
            <a:lvl9pPr marL="4114800" marR="0" lvl="8" indent="-520700" algn="l" rtl="0">
              <a:spcBef>
                <a:spcPts val="800"/>
              </a:spcBef>
              <a:spcAft>
                <a:spcPts val="0"/>
              </a:spcAft>
              <a:buClr>
                <a:schemeClr val="dk1"/>
              </a:buClr>
              <a:buSzPts val="4600"/>
              <a:buFont typeface="Arial"/>
              <a:buChar char="•"/>
              <a:defRPr sz="46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738000" y="20020002"/>
            <a:ext cx="3444600" cy="1150800"/>
          </a:xfrm>
          <a:prstGeom prst="rect">
            <a:avLst/>
          </a:prstGeom>
          <a:noFill/>
          <a:ln>
            <a:noFill/>
          </a:ln>
        </p:spPr>
        <p:txBody>
          <a:bodyPr spcFirstLastPara="1" wrap="square" lIns="211700" tIns="105850" rIns="211700" bIns="105850" anchor="ctr" anchorCtr="0">
            <a:noAutofit/>
          </a:bodyPr>
          <a:lstStyle>
            <a:lvl1pPr marR="0" lvl="0" algn="l" rtl="0">
              <a:spcBef>
                <a:spcPts val="0"/>
              </a:spcBef>
              <a:spcAft>
                <a:spcPts val="0"/>
              </a:spcAft>
              <a:buSzPts val="800"/>
              <a:buNone/>
              <a:defRPr sz="30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800"/>
              <a:buNone/>
              <a:defRPr sz="4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800"/>
              <a:buNone/>
              <a:defRPr sz="4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800"/>
              <a:buNone/>
              <a:defRPr sz="4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800"/>
              <a:buNone/>
              <a:defRPr sz="4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800"/>
              <a:buNone/>
              <a:defRPr sz="4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800"/>
              <a:buNone/>
              <a:defRPr sz="4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800"/>
              <a:buNone/>
              <a:defRPr sz="4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800"/>
              <a:buNone/>
              <a:defRPr sz="42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5043000" y="20020002"/>
            <a:ext cx="4674600" cy="1150800"/>
          </a:xfrm>
          <a:prstGeom prst="rect">
            <a:avLst/>
          </a:prstGeom>
          <a:noFill/>
          <a:ln>
            <a:noFill/>
          </a:ln>
        </p:spPr>
        <p:txBody>
          <a:bodyPr spcFirstLastPara="1" wrap="square" lIns="211700" tIns="105850" rIns="211700" bIns="105850" anchor="ctr" anchorCtr="0">
            <a:noAutofit/>
          </a:bodyPr>
          <a:lstStyle>
            <a:lvl1pPr marR="0" lvl="0" algn="ctr" rtl="0">
              <a:spcBef>
                <a:spcPts val="0"/>
              </a:spcBef>
              <a:spcAft>
                <a:spcPts val="0"/>
              </a:spcAft>
              <a:buSzPts val="800"/>
              <a:buNone/>
              <a:defRPr sz="30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800"/>
              <a:buNone/>
              <a:defRPr sz="4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800"/>
              <a:buNone/>
              <a:defRPr sz="4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800"/>
              <a:buNone/>
              <a:defRPr sz="4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800"/>
              <a:buNone/>
              <a:defRPr sz="4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800"/>
              <a:buNone/>
              <a:defRPr sz="4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800"/>
              <a:buNone/>
              <a:defRPr sz="4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800"/>
              <a:buNone/>
              <a:defRPr sz="4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800"/>
              <a:buNone/>
              <a:defRPr sz="42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10578000" y="20020002"/>
            <a:ext cx="3444600" cy="1150800"/>
          </a:xfrm>
          <a:prstGeom prst="rect">
            <a:avLst/>
          </a:prstGeom>
          <a:noFill/>
          <a:ln>
            <a:noFill/>
          </a:ln>
        </p:spPr>
        <p:txBody>
          <a:bodyPr spcFirstLastPara="1" wrap="square" lIns="211700" tIns="105850" rIns="211700" bIns="105850" anchor="ctr" anchorCtr="0">
            <a:noAutofit/>
          </a:bodyPr>
          <a:lstStyle>
            <a:lvl1pPr marL="0" marR="0" lvl="0" indent="0" algn="r" rtl="0">
              <a:spcBef>
                <a:spcPts val="0"/>
              </a:spcBef>
              <a:buNone/>
              <a:defRPr sz="3000" b="0" i="0" u="none" strike="noStrike" cap="none">
                <a:solidFill>
                  <a:srgbClr val="888888"/>
                </a:solidFill>
                <a:latin typeface="Calibri"/>
                <a:ea typeface="Calibri"/>
                <a:cs typeface="Calibri"/>
                <a:sym typeface="Calibri"/>
              </a:defRPr>
            </a:lvl1pPr>
            <a:lvl2pPr marL="0" marR="0" lvl="1" indent="0" algn="r" rtl="0">
              <a:spcBef>
                <a:spcPts val="0"/>
              </a:spcBef>
              <a:buNone/>
              <a:defRPr sz="3000" b="0" i="0" u="none" strike="noStrike" cap="none">
                <a:solidFill>
                  <a:srgbClr val="888888"/>
                </a:solidFill>
                <a:latin typeface="Calibri"/>
                <a:ea typeface="Calibri"/>
                <a:cs typeface="Calibri"/>
                <a:sym typeface="Calibri"/>
              </a:defRPr>
            </a:lvl2pPr>
            <a:lvl3pPr marL="0" marR="0" lvl="2" indent="0" algn="r" rtl="0">
              <a:spcBef>
                <a:spcPts val="0"/>
              </a:spcBef>
              <a:buNone/>
              <a:defRPr sz="3000" b="0" i="0" u="none" strike="noStrike" cap="none">
                <a:solidFill>
                  <a:srgbClr val="888888"/>
                </a:solidFill>
                <a:latin typeface="Calibri"/>
                <a:ea typeface="Calibri"/>
                <a:cs typeface="Calibri"/>
                <a:sym typeface="Calibri"/>
              </a:defRPr>
            </a:lvl3pPr>
            <a:lvl4pPr marL="0" marR="0" lvl="3" indent="0" algn="r" rtl="0">
              <a:spcBef>
                <a:spcPts val="0"/>
              </a:spcBef>
              <a:buNone/>
              <a:defRPr sz="3000" b="0" i="0" u="none" strike="noStrike" cap="none">
                <a:solidFill>
                  <a:srgbClr val="888888"/>
                </a:solidFill>
                <a:latin typeface="Calibri"/>
                <a:ea typeface="Calibri"/>
                <a:cs typeface="Calibri"/>
                <a:sym typeface="Calibri"/>
              </a:defRPr>
            </a:lvl4pPr>
            <a:lvl5pPr marL="0" marR="0" lvl="4" indent="0" algn="r" rtl="0">
              <a:spcBef>
                <a:spcPts val="0"/>
              </a:spcBef>
              <a:buNone/>
              <a:defRPr sz="3000" b="0" i="0" u="none" strike="noStrike" cap="none">
                <a:solidFill>
                  <a:srgbClr val="888888"/>
                </a:solidFill>
                <a:latin typeface="Calibri"/>
                <a:ea typeface="Calibri"/>
                <a:cs typeface="Calibri"/>
                <a:sym typeface="Calibri"/>
              </a:defRPr>
            </a:lvl5pPr>
            <a:lvl6pPr marL="0" marR="0" lvl="5" indent="0" algn="r" rtl="0">
              <a:spcBef>
                <a:spcPts val="0"/>
              </a:spcBef>
              <a:buNone/>
              <a:defRPr sz="3000" b="0" i="0" u="none" strike="noStrike" cap="none">
                <a:solidFill>
                  <a:srgbClr val="888888"/>
                </a:solidFill>
                <a:latin typeface="Calibri"/>
                <a:ea typeface="Calibri"/>
                <a:cs typeface="Calibri"/>
                <a:sym typeface="Calibri"/>
              </a:defRPr>
            </a:lvl6pPr>
            <a:lvl7pPr marL="0" marR="0" lvl="6" indent="0" algn="r" rtl="0">
              <a:spcBef>
                <a:spcPts val="0"/>
              </a:spcBef>
              <a:buNone/>
              <a:defRPr sz="3000" b="0" i="0" u="none" strike="noStrike" cap="none">
                <a:solidFill>
                  <a:srgbClr val="888888"/>
                </a:solidFill>
                <a:latin typeface="Calibri"/>
                <a:ea typeface="Calibri"/>
                <a:cs typeface="Calibri"/>
                <a:sym typeface="Calibri"/>
              </a:defRPr>
            </a:lvl7pPr>
            <a:lvl8pPr marL="0" marR="0" lvl="7" indent="0" algn="r" rtl="0">
              <a:spcBef>
                <a:spcPts val="0"/>
              </a:spcBef>
              <a:buNone/>
              <a:defRPr sz="3000" b="0" i="0" u="none" strike="noStrike" cap="none">
                <a:solidFill>
                  <a:srgbClr val="888888"/>
                </a:solidFill>
                <a:latin typeface="Calibri"/>
                <a:ea typeface="Calibri"/>
                <a:cs typeface="Calibri"/>
                <a:sym typeface="Calibri"/>
              </a:defRPr>
            </a:lvl8pPr>
            <a:lvl9pPr marL="0" marR="0" lvl="8" indent="0" algn="r" rtl="0">
              <a:spcBef>
                <a:spcPts val="0"/>
              </a:spcBef>
              <a:buNone/>
              <a:defRPr sz="30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13.jpg"/><Relationship Id="rId10" Type="http://schemas.openxmlformats.org/officeDocument/2006/relationships/image" Target="../media/image11.png"/><Relationship Id="rId4" Type="http://schemas.openxmlformats.org/officeDocument/2006/relationships/image" Target="../media/image1.pn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5"/>
          <p:cNvSpPr txBox="1"/>
          <p:nvPr/>
        </p:nvSpPr>
        <p:spPr>
          <a:xfrm>
            <a:off x="368950" y="1872125"/>
            <a:ext cx="14020200" cy="2241600"/>
          </a:xfrm>
          <a:prstGeom prst="rect">
            <a:avLst/>
          </a:prstGeom>
          <a:solidFill>
            <a:schemeClr val="lt1"/>
          </a:solidFill>
          <a:ln w="25400" cap="flat" cmpd="sng">
            <a:solidFill>
              <a:srgbClr val="366092"/>
            </a:solidFill>
            <a:prstDash val="solid"/>
            <a:round/>
            <a:headEnd type="none" w="sm" len="sm"/>
            <a:tailEnd type="none" w="sm" len="sm"/>
          </a:ln>
        </p:spPr>
        <p:txBody>
          <a:bodyPr spcFirstLastPara="1" wrap="square" lIns="211700" tIns="105850" rIns="211700" bIns="105850" anchor="t" anchorCtr="0">
            <a:noAutofit/>
          </a:bodyPr>
          <a:lstStyle/>
          <a:p>
            <a:pPr marL="0" marR="0" lvl="0" indent="0" algn="l" rtl="0">
              <a:spcBef>
                <a:spcPts val="0"/>
              </a:spcBef>
              <a:spcAft>
                <a:spcPts val="0"/>
              </a:spcAft>
              <a:buNone/>
            </a:pPr>
            <a:endParaRPr sz="3000" b="0" i="0" u="none" strike="noStrike" cap="none">
              <a:solidFill>
                <a:srgbClr val="17365D"/>
              </a:solidFill>
              <a:latin typeface="Calibri"/>
              <a:ea typeface="Calibri"/>
              <a:cs typeface="Calibri"/>
              <a:sym typeface="Calibri"/>
            </a:endParaRPr>
          </a:p>
        </p:txBody>
      </p:sp>
      <p:sp>
        <p:nvSpPr>
          <p:cNvPr id="131" name="Google Shape;131;p25"/>
          <p:cNvSpPr/>
          <p:nvPr/>
        </p:nvSpPr>
        <p:spPr>
          <a:xfrm>
            <a:off x="0" y="1656127"/>
            <a:ext cx="14760000" cy="100800"/>
          </a:xfrm>
          <a:prstGeom prst="rect">
            <a:avLst/>
          </a:prstGeom>
          <a:solidFill>
            <a:srgbClr val="17365D"/>
          </a:solidFill>
          <a:ln>
            <a:noFill/>
          </a:ln>
          <a:effectLst>
            <a:outerShdw blurRad="40000" dist="23000" dir="5400000" rotWithShape="0">
              <a:srgbClr val="000000">
                <a:alpha val="34901"/>
              </a:srgbClr>
            </a:outerShdw>
          </a:effectLst>
        </p:spPr>
        <p:txBody>
          <a:bodyPr spcFirstLastPara="1" wrap="square" lIns="202100" tIns="101050" rIns="202100" bIns="101050" anchor="t" anchorCtr="0">
            <a:noAutofit/>
          </a:bodyPr>
          <a:lstStyle/>
          <a:p>
            <a:pPr marL="0" marR="0" lvl="0" indent="0" algn="l" rtl="0">
              <a:spcBef>
                <a:spcPts val="0"/>
              </a:spcBef>
              <a:spcAft>
                <a:spcPts val="0"/>
              </a:spcAft>
              <a:buNone/>
            </a:pPr>
            <a:endParaRPr sz="4200">
              <a:solidFill>
                <a:schemeClr val="dk1"/>
              </a:solidFill>
              <a:latin typeface="Arial"/>
              <a:ea typeface="Arial"/>
              <a:cs typeface="Arial"/>
              <a:sym typeface="Arial"/>
            </a:endParaRPr>
          </a:p>
        </p:txBody>
      </p:sp>
      <p:pic>
        <p:nvPicPr>
          <p:cNvPr id="132" name="Google Shape;132;p25"/>
          <p:cNvPicPr preferRelativeResize="0"/>
          <p:nvPr/>
        </p:nvPicPr>
        <p:blipFill rotWithShape="1">
          <a:blip r:embed="rId3">
            <a:alphaModFix/>
          </a:blip>
          <a:srcRect/>
          <a:stretch/>
        </p:blipFill>
        <p:spPr>
          <a:xfrm>
            <a:off x="6410858" y="20831862"/>
            <a:ext cx="1819566" cy="21416"/>
          </a:xfrm>
          <a:prstGeom prst="rect">
            <a:avLst/>
          </a:prstGeom>
          <a:noFill/>
          <a:ln>
            <a:noFill/>
          </a:ln>
        </p:spPr>
      </p:pic>
      <p:sp>
        <p:nvSpPr>
          <p:cNvPr id="133" name="Google Shape;133;p25"/>
          <p:cNvSpPr txBox="1"/>
          <p:nvPr/>
        </p:nvSpPr>
        <p:spPr>
          <a:xfrm>
            <a:off x="4796400" y="243629"/>
            <a:ext cx="9612600" cy="1190700"/>
          </a:xfrm>
          <a:prstGeom prst="rect">
            <a:avLst/>
          </a:prstGeom>
          <a:solidFill>
            <a:schemeClr val="lt1"/>
          </a:solidFill>
          <a:ln>
            <a:noFill/>
          </a:ln>
        </p:spPr>
        <p:txBody>
          <a:bodyPr spcFirstLastPara="1" wrap="square" lIns="62700" tIns="31350" rIns="62700" bIns="31350" anchor="t" anchorCtr="0">
            <a:noAutofit/>
          </a:bodyPr>
          <a:lstStyle/>
          <a:p>
            <a:pPr marL="0" marR="0" lvl="0" indent="0" algn="r" rtl="0">
              <a:spcBef>
                <a:spcPts val="0"/>
              </a:spcBef>
              <a:spcAft>
                <a:spcPts val="0"/>
              </a:spcAft>
              <a:buNone/>
            </a:pPr>
            <a:r>
              <a:rPr lang="zh-CN" sz="3800" b="1">
                <a:solidFill>
                  <a:srgbClr val="17365D"/>
                </a:solidFill>
                <a:latin typeface="Times New Roman"/>
                <a:ea typeface="Times New Roman"/>
                <a:cs typeface="Times New Roman"/>
                <a:sym typeface="Times New Roman"/>
              </a:rPr>
              <a:t>VE444 • Networks</a:t>
            </a:r>
            <a:endParaRPr sz="800"/>
          </a:p>
          <a:p>
            <a:pPr marL="0" marR="0" lvl="0" indent="0" algn="r" rtl="0">
              <a:spcBef>
                <a:spcPts val="0"/>
              </a:spcBef>
              <a:spcAft>
                <a:spcPts val="0"/>
              </a:spcAft>
              <a:buNone/>
            </a:pPr>
            <a:r>
              <a:rPr lang="zh-CN" sz="3800" b="1">
                <a:solidFill>
                  <a:srgbClr val="17365D"/>
                </a:solidFill>
                <a:latin typeface="Times New Roman"/>
                <a:ea typeface="Times New Roman"/>
                <a:cs typeface="Times New Roman"/>
                <a:sym typeface="Times New Roman"/>
              </a:rPr>
              <a:t>Group# Course Project</a:t>
            </a:r>
            <a:endParaRPr sz="3800" b="1">
              <a:solidFill>
                <a:srgbClr val="17365D"/>
              </a:solidFill>
              <a:latin typeface="Times New Roman"/>
              <a:ea typeface="Times New Roman"/>
              <a:cs typeface="Times New Roman"/>
              <a:sym typeface="Times New Roman"/>
            </a:endParaRPr>
          </a:p>
        </p:txBody>
      </p:sp>
      <p:sp>
        <p:nvSpPr>
          <p:cNvPr id="134" name="Google Shape;134;p25"/>
          <p:cNvSpPr txBox="1">
            <a:spLocks noGrp="1"/>
          </p:cNvSpPr>
          <p:nvPr>
            <p:ph type="ftr" idx="11"/>
          </p:nvPr>
        </p:nvSpPr>
        <p:spPr>
          <a:xfrm>
            <a:off x="368954" y="20831861"/>
            <a:ext cx="14020200" cy="586200"/>
          </a:xfrm>
          <a:prstGeom prst="rect">
            <a:avLst/>
          </a:prstGeom>
          <a:noFill/>
          <a:ln>
            <a:noFill/>
          </a:ln>
        </p:spPr>
        <p:txBody>
          <a:bodyPr spcFirstLastPara="1" wrap="square" lIns="211700" tIns="105850" rIns="211700" bIns="105850" anchor="ctr" anchorCtr="0">
            <a:noAutofit/>
          </a:bodyPr>
          <a:lstStyle/>
          <a:p>
            <a:pPr marL="0" lvl="0" indent="0" algn="ctr" rtl="0">
              <a:spcBef>
                <a:spcPts val="0"/>
              </a:spcBef>
              <a:spcAft>
                <a:spcPts val="0"/>
              </a:spcAft>
              <a:buNone/>
            </a:pPr>
            <a:r>
              <a:rPr lang="zh-CN" sz="2000">
                <a:solidFill>
                  <a:srgbClr val="17365D"/>
                </a:solidFill>
                <a:latin typeface="Times New Roman"/>
                <a:ea typeface="Times New Roman"/>
                <a:cs typeface="Times New Roman"/>
                <a:sym typeface="Times New Roman"/>
              </a:rPr>
              <a:t>University of Michigan - Shanghai Jiao Tong University Joint Institute</a:t>
            </a:r>
            <a:endParaRPr sz="800"/>
          </a:p>
        </p:txBody>
      </p:sp>
      <p:sp>
        <p:nvSpPr>
          <p:cNvPr id="135" name="Google Shape;135;p25"/>
          <p:cNvSpPr txBox="1"/>
          <p:nvPr/>
        </p:nvSpPr>
        <p:spPr>
          <a:xfrm>
            <a:off x="9883996" y="4350137"/>
            <a:ext cx="4433400" cy="16243200"/>
          </a:xfrm>
          <a:prstGeom prst="rect">
            <a:avLst/>
          </a:prstGeom>
          <a:solidFill>
            <a:schemeClr val="lt1"/>
          </a:solidFill>
          <a:ln>
            <a:noFill/>
          </a:ln>
        </p:spPr>
        <p:txBody>
          <a:bodyPr spcFirstLastPara="1" wrap="square" lIns="62700" tIns="61750" rIns="62700" bIns="61750" anchor="t" anchorCtr="0">
            <a:noAutofit/>
          </a:bodyPr>
          <a:lstStyle/>
          <a:p>
            <a:pPr marL="0" marR="0" lvl="0" indent="0" algn="ctr" rtl="0">
              <a:spcBef>
                <a:spcPts val="0"/>
              </a:spcBef>
              <a:spcAft>
                <a:spcPts val="0"/>
              </a:spcAft>
              <a:buNone/>
            </a:pPr>
            <a:r>
              <a:rPr lang="zh-CN" sz="2600" b="1" u="sng" dirty="0">
                <a:solidFill>
                  <a:srgbClr val="17365D"/>
                </a:solidFill>
                <a:latin typeface="Calibri"/>
                <a:ea typeface="Calibri"/>
                <a:cs typeface="Calibri"/>
                <a:sym typeface="Calibri"/>
              </a:rPr>
              <a:t>Results</a:t>
            </a:r>
            <a:endParaRPr sz="800" dirty="0"/>
          </a:p>
          <a:p>
            <a:pPr marL="0" lvl="0" indent="0" algn="ctr" rtl="0">
              <a:spcBef>
                <a:spcPts val="1000"/>
              </a:spcBef>
              <a:spcAft>
                <a:spcPts val="0"/>
              </a:spcAft>
              <a:buNone/>
            </a:pPr>
            <a:r>
              <a:rPr lang="zh-CN" sz="2000" dirty="0">
                <a:solidFill>
                  <a:srgbClr val="17365D"/>
                </a:solidFill>
                <a:highlight>
                  <a:srgbClr val="E4E8EE"/>
                </a:highlight>
                <a:latin typeface="Calibri"/>
                <a:ea typeface="Calibri"/>
                <a:cs typeface="Calibri"/>
                <a:sym typeface="Calibri"/>
              </a:rPr>
              <a:t>Dataset description</a:t>
            </a:r>
            <a:endParaRPr sz="2000" dirty="0">
              <a:solidFill>
                <a:srgbClr val="17365D"/>
              </a:solidFill>
              <a:highlight>
                <a:srgbClr val="E4E8EE"/>
              </a:highlight>
              <a:latin typeface="Calibri"/>
              <a:ea typeface="Calibri"/>
              <a:cs typeface="Calibri"/>
              <a:sym typeface="Calibri"/>
            </a:endParaRPr>
          </a:p>
          <a:p>
            <a:pPr marL="0" lvl="0" indent="0" algn="l" rtl="0">
              <a:spcBef>
                <a:spcPts val="0"/>
              </a:spcBef>
              <a:spcAft>
                <a:spcPts val="0"/>
              </a:spcAft>
              <a:buNone/>
            </a:pPr>
            <a:r>
              <a:rPr lang="zh-CN" sz="1800" b="1" dirty="0">
                <a:solidFill>
                  <a:srgbClr val="17365D"/>
                </a:solidFill>
                <a:latin typeface="Calibri"/>
                <a:ea typeface="Calibri"/>
                <a:cs typeface="Calibri"/>
                <a:sym typeface="Calibri"/>
              </a:rPr>
              <a:t>NYT COVID-19 dataset:</a:t>
            </a:r>
            <a:r>
              <a:rPr lang="zh-CN" sz="1800" dirty="0">
                <a:solidFill>
                  <a:srgbClr val="17365D"/>
                </a:solidFill>
                <a:latin typeface="Calibri"/>
                <a:ea typeface="Calibri"/>
                <a:cs typeface="Calibri"/>
                <a:sym typeface="Calibri"/>
              </a:rPr>
              <a:t> US state-level and county-level dataset includes active cases, confirmed cases and deaths since 21/01/2020</a:t>
            </a:r>
            <a:endParaRPr sz="1800" dirty="0">
              <a:solidFill>
                <a:srgbClr val="17365D"/>
              </a:solidFill>
              <a:latin typeface="Calibri"/>
              <a:ea typeface="Calibri"/>
              <a:cs typeface="Calibri"/>
              <a:sym typeface="Calibri"/>
            </a:endParaRPr>
          </a:p>
          <a:p>
            <a:pPr marL="0" lvl="0" indent="0" algn="l" rtl="0">
              <a:spcBef>
                <a:spcPts val="0"/>
              </a:spcBef>
              <a:spcAft>
                <a:spcPts val="0"/>
              </a:spcAft>
              <a:buNone/>
            </a:pPr>
            <a:r>
              <a:rPr lang="zh-CN" sz="1800" b="1" dirty="0">
                <a:solidFill>
                  <a:srgbClr val="17365D"/>
                </a:solidFill>
                <a:latin typeface="Calibri"/>
                <a:ea typeface="Calibri"/>
                <a:cs typeface="Calibri"/>
                <a:sym typeface="Calibri"/>
              </a:rPr>
              <a:t>IQVIA’s claim data:</a:t>
            </a:r>
            <a:r>
              <a:rPr lang="zh-CN" sz="1800" dirty="0">
                <a:solidFill>
                  <a:srgbClr val="17365D"/>
                </a:solidFill>
                <a:latin typeface="Calibri"/>
                <a:ea typeface="Calibri"/>
                <a:cs typeface="Calibri"/>
                <a:sym typeface="Calibri"/>
              </a:rPr>
              <a:t> 453,089 records of hospotal visits and medical code</a:t>
            </a:r>
            <a:endParaRPr sz="1800" dirty="0">
              <a:solidFill>
                <a:srgbClr val="17365D"/>
              </a:solidFill>
              <a:latin typeface="Calibri"/>
              <a:ea typeface="Calibri"/>
              <a:cs typeface="Calibri"/>
              <a:sym typeface="Calibri"/>
            </a:endParaRPr>
          </a:p>
          <a:p>
            <a:pPr marL="0" lvl="0" indent="0" algn="l" rtl="0">
              <a:spcBef>
                <a:spcPts val="0"/>
              </a:spcBef>
              <a:spcAft>
                <a:spcPts val="0"/>
              </a:spcAft>
              <a:buNone/>
            </a:pPr>
            <a:endParaRPr sz="1900" dirty="0">
              <a:solidFill>
                <a:srgbClr val="17365D"/>
              </a:solidFill>
              <a:latin typeface="Calibri"/>
              <a:ea typeface="Calibri"/>
              <a:cs typeface="Calibri"/>
              <a:sym typeface="Calibri"/>
            </a:endParaRPr>
          </a:p>
          <a:p>
            <a:pPr marL="0" lvl="0" indent="0" algn="l" rtl="0">
              <a:spcBef>
                <a:spcPts val="0"/>
              </a:spcBef>
              <a:spcAft>
                <a:spcPts val="0"/>
              </a:spcAft>
              <a:buNone/>
            </a:pPr>
            <a:endParaRPr sz="1900" dirty="0">
              <a:solidFill>
                <a:srgbClr val="17365D"/>
              </a:solidFill>
              <a:latin typeface="Calibri"/>
              <a:ea typeface="Calibri"/>
              <a:cs typeface="Calibri"/>
              <a:sym typeface="Calibri"/>
            </a:endParaRPr>
          </a:p>
          <a:p>
            <a:pPr marL="0" lvl="0" indent="0" algn="l" rtl="0">
              <a:spcBef>
                <a:spcPts val="0"/>
              </a:spcBef>
              <a:spcAft>
                <a:spcPts val="0"/>
              </a:spcAft>
              <a:buNone/>
            </a:pPr>
            <a:endParaRPr sz="1900" dirty="0">
              <a:solidFill>
                <a:srgbClr val="17365D"/>
              </a:solidFill>
              <a:latin typeface="Calibri"/>
              <a:ea typeface="Calibri"/>
              <a:cs typeface="Calibri"/>
              <a:sym typeface="Calibri"/>
            </a:endParaRPr>
          </a:p>
          <a:p>
            <a:pPr marL="0" lvl="0" indent="0" algn="l" rtl="0">
              <a:spcBef>
                <a:spcPts val="0"/>
              </a:spcBef>
              <a:spcAft>
                <a:spcPts val="0"/>
              </a:spcAft>
              <a:buNone/>
            </a:pPr>
            <a:endParaRPr sz="1900" dirty="0">
              <a:solidFill>
                <a:srgbClr val="17365D"/>
              </a:solidFill>
              <a:latin typeface="Calibri"/>
              <a:ea typeface="Calibri"/>
              <a:cs typeface="Calibri"/>
              <a:sym typeface="Calibri"/>
            </a:endParaRPr>
          </a:p>
          <a:p>
            <a:pPr marL="0" lvl="0" indent="0" algn="l" rtl="0">
              <a:spcBef>
                <a:spcPts val="0"/>
              </a:spcBef>
              <a:spcAft>
                <a:spcPts val="0"/>
              </a:spcAft>
              <a:buNone/>
            </a:pPr>
            <a:endParaRPr sz="1900" dirty="0">
              <a:solidFill>
                <a:srgbClr val="17365D"/>
              </a:solidFill>
              <a:latin typeface="Calibri"/>
              <a:ea typeface="Calibri"/>
              <a:cs typeface="Calibri"/>
              <a:sym typeface="Calibri"/>
            </a:endParaRPr>
          </a:p>
          <a:p>
            <a:pPr marL="0" lvl="0" indent="0" algn="l" rtl="0">
              <a:spcBef>
                <a:spcPts val="0"/>
              </a:spcBef>
              <a:spcAft>
                <a:spcPts val="0"/>
              </a:spcAft>
              <a:buNone/>
            </a:pPr>
            <a:endParaRPr sz="1900" dirty="0">
              <a:solidFill>
                <a:srgbClr val="17365D"/>
              </a:solidFill>
              <a:latin typeface="Calibri"/>
              <a:ea typeface="Calibri"/>
              <a:cs typeface="Calibri"/>
              <a:sym typeface="Calibri"/>
            </a:endParaRPr>
          </a:p>
          <a:p>
            <a:pPr marL="0" lvl="0" indent="0" algn="l" rtl="0">
              <a:spcBef>
                <a:spcPts val="0"/>
              </a:spcBef>
              <a:spcAft>
                <a:spcPts val="0"/>
              </a:spcAft>
              <a:buNone/>
            </a:pPr>
            <a:endParaRPr sz="1900" dirty="0">
              <a:solidFill>
                <a:srgbClr val="17365D"/>
              </a:solidFill>
              <a:latin typeface="Calibri"/>
              <a:ea typeface="Calibri"/>
              <a:cs typeface="Calibri"/>
              <a:sym typeface="Calibri"/>
            </a:endParaRPr>
          </a:p>
          <a:p>
            <a:pPr marL="0" lvl="0" indent="0" algn="l" rtl="0">
              <a:spcBef>
                <a:spcPts val="0"/>
              </a:spcBef>
              <a:spcAft>
                <a:spcPts val="0"/>
              </a:spcAft>
              <a:buNone/>
            </a:pPr>
            <a:endParaRPr sz="1900" dirty="0">
              <a:solidFill>
                <a:srgbClr val="17365D"/>
              </a:solidFill>
              <a:latin typeface="Calibri"/>
              <a:ea typeface="Calibri"/>
              <a:cs typeface="Calibri"/>
              <a:sym typeface="Calibri"/>
            </a:endParaRPr>
          </a:p>
          <a:p>
            <a:pPr marL="0" lvl="0" indent="0" algn="l" rtl="0">
              <a:spcBef>
                <a:spcPts val="0"/>
              </a:spcBef>
              <a:spcAft>
                <a:spcPts val="0"/>
              </a:spcAft>
              <a:buNone/>
            </a:pPr>
            <a:endParaRPr sz="1900" dirty="0">
              <a:solidFill>
                <a:srgbClr val="17365D"/>
              </a:solidFill>
              <a:latin typeface="Calibri"/>
              <a:ea typeface="Calibri"/>
              <a:cs typeface="Calibri"/>
              <a:sym typeface="Calibri"/>
            </a:endParaRPr>
          </a:p>
          <a:p>
            <a:pPr marL="0" lvl="0" indent="0" algn="l" rtl="0">
              <a:spcBef>
                <a:spcPts val="0"/>
              </a:spcBef>
              <a:spcAft>
                <a:spcPts val="0"/>
              </a:spcAft>
              <a:buNone/>
            </a:pPr>
            <a:endParaRPr sz="2000" i="1" dirty="0">
              <a:solidFill>
                <a:srgbClr val="17365D"/>
              </a:solidFill>
              <a:latin typeface="Calibri"/>
              <a:ea typeface="Calibri"/>
              <a:cs typeface="Calibri"/>
              <a:sym typeface="Calibri"/>
            </a:endParaRPr>
          </a:p>
          <a:p>
            <a:pPr marL="0" lvl="0" indent="0" algn="l" rtl="0">
              <a:spcBef>
                <a:spcPts val="0"/>
              </a:spcBef>
              <a:spcAft>
                <a:spcPts val="0"/>
              </a:spcAft>
              <a:buNone/>
            </a:pPr>
            <a:endParaRPr sz="2000" i="1" dirty="0">
              <a:solidFill>
                <a:srgbClr val="17365D"/>
              </a:solidFill>
              <a:latin typeface="Calibri"/>
              <a:ea typeface="Calibri"/>
              <a:cs typeface="Calibri"/>
              <a:sym typeface="Calibri"/>
            </a:endParaRPr>
          </a:p>
          <a:p>
            <a:pPr marL="0" lvl="0" indent="0" algn="ctr" rtl="0">
              <a:spcBef>
                <a:spcPts val="0"/>
              </a:spcBef>
              <a:spcAft>
                <a:spcPts val="0"/>
              </a:spcAft>
              <a:buNone/>
            </a:pPr>
            <a:r>
              <a:rPr lang="zh-CN" sz="1500" b="1" dirty="0">
                <a:solidFill>
                  <a:srgbClr val="366092"/>
                </a:solidFill>
                <a:latin typeface="Calibri"/>
                <a:ea typeface="Calibri"/>
                <a:cs typeface="Calibri"/>
                <a:sym typeface="Calibri"/>
              </a:rPr>
              <a:t>Fig 4.</a:t>
            </a:r>
            <a:r>
              <a:rPr lang="zh-CN" sz="1500" dirty="0">
                <a:solidFill>
                  <a:srgbClr val="366092"/>
                </a:solidFill>
                <a:latin typeface="Calibri"/>
                <a:ea typeface="Calibri"/>
                <a:cs typeface="Calibri"/>
                <a:sym typeface="Calibri"/>
              </a:rPr>
              <a:t> </a:t>
            </a:r>
            <a:r>
              <a:rPr lang="zh-CN" sz="1500" dirty="0">
                <a:solidFill>
                  <a:schemeClr val="dk2"/>
                </a:solidFill>
                <a:latin typeface="Calibri"/>
                <a:ea typeface="Calibri"/>
                <a:cs typeface="Calibri"/>
                <a:sym typeface="Calibri"/>
              </a:rPr>
              <a:t>Locate Aware Graph Embedding</a:t>
            </a:r>
            <a:endParaRPr sz="1500" dirty="0">
              <a:solidFill>
                <a:schemeClr val="dk2"/>
              </a:solidFill>
              <a:latin typeface="Calibri"/>
              <a:ea typeface="Calibri"/>
              <a:cs typeface="Calibri"/>
              <a:sym typeface="Calibri"/>
            </a:endParaRPr>
          </a:p>
          <a:p>
            <a:pPr marL="457200" lvl="0" indent="457200" algn="l" rtl="0">
              <a:spcBef>
                <a:spcPts val="0"/>
              </a:spcBef>
              <a:spcAft>
                <a:spcPts val="0"/>
              </a:spcAft>
              <a:buClr>
                <a:schemeClr val="dk1"/>
              </a:buClr>
              <a:buSzPts val="1100"/>
              <a:buFont typeface="Arial"/>
              <a:buNone/>
            </a:pPr>
            <a:endParaRPr sz="1500" dirty="0">
              <a:solidFill>
                <a:srgbClr val="17365D"/>
              </a:solidFill>
              <a:latin typeface="Calibri"/>
              <a:ea typeface="Calibri"/>
              <a:cs typeface="Calibri"/>
              <a:sym typeface="Calibri"/>
            </a:endParaRPr>
          </a:p>
          <a:p>
            <a:pPr marL="0" lvl="0" indent="0" algn="ctr" rtl="0">
              <a:spcBef>
                <a:spcPts val="0"/>
              </a:spcBef>
              <a:spcAft>
                <a:spcPts val="0"/>
              </a:spcAft>
              <a:buClr>
                <a:schemeClr val="dk1"/>
              </a:buClr>
              <a:buFont typeface="Arial"/>
              <a:buNone/>
            </a:pPr>
            <a:r>
              <a:rPr lang="zh-CN" sz="2000" dirty="0">
                <a:solidFill>
                  <a:srgbClr val="17365D"/>
                </a:solidFill>
                <a:highlight>
                  <a:srgbClr val="E4E8EE"/>
                </a:highlight>
                <a:latin typeface="Calibri"/>
                <a:ea typeface="Calibri"/>
                <a:cs typeface="Calibri"/>
                <a:sym typeface="Calibri"/>
              </a:rPr>
              <a:t>Compared approaches</a:t>
            </a:r>
            <a:endParaRPr sz="800" i="1" dirty="0">
              <a:solidFill>
                <a:schemeClr val="dk1"/>
              </a:solidFill>
            </a:endParaRPr>
          </a:p>
          <a:p>
            <a:pPr marL="0" lvl="0" indent="0" algn="l" rtl="0">
              <a:spcBef>
                <a:spcPts val="0"/>
              </a:spcBef>
              <a:spcAft>
                <a:spcPts val="0"/>
              </a:spcAft>
              <a:buNone/>
            </a:pPr>
            <a:r>
              <a:rPr lang="zh-CN" sz="1800" b="1" dirty="0">
                <a:solidFill>
                  <a:srgbClr val="17365D"/>
                </a:solidFill>
                <a:latin typeface="Calibri"/>
                <a:ea typeface="Calibri"/>
                <a:cs typeface="Calibri"/>
                <a:sym typeface="Calibri"/>
              </a:rPr>
              <a:t>SIR: </a:t>
            </a:r>
            <a:r>
              <a:rPr lang="zh-CN" sz="1800" dirty="0">
                <a:solidFill>
                  <a:srgbClr val="17365D"/>
                </a:solidFill>
                <a:latin typeface="Calibri"/>
                <a:ea typeface="Calibri"/>
                <a:cs typeface="Calibri"/>
                <a:sym typeface="Calibri"/>
              </a:rPr>
              <a:t>An epidemiological model separates people into susceptible, infected, and removed. Differential equation is used to simulate transmission.  </a:t>
            </a:r>
            <a:endParaRPr sz="1800" dirty="0">
              <a:solidFill>
                <a:srgbClr val="17365D"/>
              </a:solidFill>
              <a:latin typeface="Calibri"/>
              <a:ea typeface="Calibri"/>
              <a:cs typeface="Calibri"/>
              <a:sym typeface="Calibri"/>
            </a:endParaRPr>
          </a:p>
          <a:p>
            <a:pPr marL="0" lvl="0" indent="0" algn="l" rtl="0">
              <a:spcBef>
                <a:spcPts val="0"/>
              </a:spcBef>
              <a:spcAft>
                <a:spcPts val="0"/>
              </a:spcAft>
              <a:buNone/>
            </a:pPr>
            <a:r>
              <a:rPr lang="zh-CN" sz="1800" b="1" dirty="0">
                <a:solidFill>
                  <a:srgbClr val="17365D"/>
                </a:solidFill>
                <a:latin typeface="Calibri"/>
                <a:ea typeface="Calibri"/>
                <a:cs typeface="Calibri"/>
                <a:sym typeface="Calibri"/>
              </a:rPr>
              <a:t>SEIR: </a:t>
            </a:r>
            <a:r>
              <a:rPr lang="zh-CN" sz="1800" dirty="0">
                <a:solidFill>
                  <a:srgbClr val="17365D"/>
                </a:solidFill>
                <a:latin typeface="Calibri"/>
                <a:ea typeface="Calibri"/>
                <a:cs typeface="Calibri"/>
                <a:sym typeface="Calibri"/>
              </a:rPr>
              <a:t>Similar to SIR, add exposed partition.</a:t>
            </a:r>
            <a:endParaRPr sz="1800" dirty="0">
              <a:solidFill>
                <a:srgbClr val="17365D"/>
              </a:solidFill>
              <a:latin typeface="Calibri"/>
              <a:ea typeface="Calibri"/>
              <a:cs typeface="Calibri"/>
              <a:sym typeface="Calibri"/>
            </a:endParaRPr>
          </a:p>
          <a:p>
            <a:pPr marL="0" lvl="0" indent="0" algn="l" rtl="0">
              <a:spcBef>
                <a:spcPts val="0"/>
              </a:spcBef>
              <a:spcAft>
                <a:spcPts val="0"/>
              </a:spcAft>
              <a:buNone/>
            </a:pPr>
            <a:r>
              <a:rPr lang="zh-CN" sz="1800" b="1" dirty="0">
                <a:solidFill>
                  <a:srgbClr val="17365D"/>
                </a:solidFill>
                <a:latin typeface="Calibri"/>
                <a:ea typeface="Calibri"/>
                <a:cs typeface="Calibri"/>
                <a:sym typeface="Calibri"/>
              </a:rPr>
              <a:t>HFSSG:</a:t>
            </a:r>
            <a:r>
              <a:rPr lang="zh-CN" sz="1800" dirty="0">
                <a:solidFill>
                  <a:srgbClr val="17365D"/>
                </a:solidFill>
                <a:latin typeface="Calibri"/>
                <a:ea typeface="Calibri"/>
                <a:cs typeface="Calibri"/>
                <a:sym typeface="Calibri"/>
              </a:rPr>
              <a:t> Best performance  under various prediction time length in state-level and county-level</a:t>
            </a:r>
            <a:endParaRPr sz="1800" dirty="0">
              <a:solidFill>
                <a:srgbClr val="17365D"/>
              </a:solidFill>
              <a:latin typeface="Calibri"/>
              <a:ea typeface="Calibri"/>
              <a:cs typeface="Calibri"/>
              <a:sym typeface="Calibri"/>
            </a:endParaRPr>
          </a:p>
          <a:p>
            <a:pPr marL="965200" lvl="0" indent="0" algn="l" rtl="0">
              <a:spcBef>
                <a:spcPts val="0"/>
              </a:spcBef>
              <a:spcAft>
                <a:spcPts val="0"/>
              </a:spcAft>
              <a:buNone/>
            </a:pPr>
            <a:endParaRPr sz="2000" i="1" dirty="0">
              <a:solidFill>
                <a:srgbClr val="17365D"/>
              </a:solidFill>
              <a:latin typeface="Calibri"/>
              <a:ea typeface="Calibri"/>
              <a:cs typeface="Calibri"/>
              <a:sym typeface="Calibri"/>
            </a:endParaRPr>
          </a:p>
          <a:p>
            <a:pPr marL="0" lvl="0" indent="0" algn="ctr" rtl="0">
              <a:spcBef>
                <a:spcPts val="0"/>
              </a:spcBef>
              <a:spcAft>
                <a:spcPts val="0"/>
              </a:spcAft>
              <a:buNone/>
            </a:pPr>
            <a:r>
              <a:rPr lang="zh-CN" sz="2000" dirty="0">
                <a:solidFill>
                  <a:srgbClr val="17365D"/>
                </a:solidFill>
                <a:highlight>
                  <a:srgbClr val="E4E8EE"/>
                </a:highlight>
                <a:latin typeface="Calibri"/>
                <a:ea typeface="Calibri"/>
                <a:cs typeface="Calibri"/>
                <a:sym typeface="Calibri"/>
              </a:rPr>
              <a:t>Evaluation strategy</a:t>
            </a:r>
            <a:endParaRPr sz="2000" i="1" dirty="0">
              <a:solidFill>
                <a:srgbClr val="17365D"/>
              </a:solidFill>
              <a:latin typeface="Calibri"/>
              <a:ea typeface="Calibri"/>
              <a:cs typeface="Calibri"/>
              <a:sym typeface="Calibri"/>
            </a:endParaRPr>
          </a:p>
          <a:p>
            <a:pPr marL="0" lvl="0" indent="0" algn="l" rtl="0">
              <a:spcBef>
                <a:spcPts val="0"/>
              </a:spcBef>
              <a:spcAft>
                <a:spcPts val="0"/>
              </a:spcAft>
              <a:buNone/>
            </a:pPr>
            <a:r>
              <a:rPr lang="zh-CN" sz="1800" dirty="0">
                <a:solidFill>
                  <a:srgbClr val="17365D"/>
                </a:solidFill>
                <a:latin typeface="Calibri"/>
                <a:ea typeface="Calibri"/>
                <a:cs typeface="Calibri"/>
                <a:sym typeface="Calibri"/>
              </a:rPr>
              <a:t>Commine mean square error(MSE) and mean absolute error (MAE) together through agreement measurement.</a:t>
            </a:r>
            <a:endParaRPr sz="1800" dirty="0">
              <a:solidFill>
                <a:srgbClr val="17365D"/>
              </a:solidFill>
              <a:latin typeface="Calibri"/>
              <a:ea typeface="Calibri"/>
              <a:cs typeface="Calibri"/>
              <a:sym typeface="Calibri"/>
            </a:endParaRPr>
          </a:p>
          <a:p>
            <a:pPr marL="0" lvl="0" indent="0" algn="l" rtl="0">
              <a:spcBef>
                <a:spcPts val="0"/>
              </a:spcBef>
              <a:spcAft>
                <a:spcPts val="0"/>
              </a:spcAft>
              <a:buNone/>
            </a:pPr>
            <a:endParaRPr sz="2000" dirty="0">
              <a:solidFill>
                <a:srgbClr val="17365D"/>
              </a:solidFill>
              <a:latin typeface="Calibri"/>
              <a:ea typeface="Calibri"/>
              <a:cs typeface="Calibri"/>
              <a:sym typeface="Calibri"/>
            </a:endParaRPr>
          </a:p>
          <a:p>
            <a:pPr marL="0" lvl="0" indent="0" algn="ctr" rtl="0">
              <a:spcBef>
                <a:spcPts val="0"/>
              </a:spcBef>
              <a:spcAft>
                <a:spcPts val="0"/>
              </a:spcAft>
              <a:buClr>
                <a:schemeClr val="dk1"/>
              </a:buClr>
              <a:buFont typeface="Arial"/>
              <a:buNone/>
            </a:pPr>
            <a:r>
              <a:rPr lang="zh-CN" sz="2000" dirty="0">
                <a:solidFill>
                  <a:srgbClr val="17365D"/>
                </a:solidFill>
                <a:highlight>
                  <a:srgbClr val="E4E8EE"/>
                </a:highlight>
                <a:latin typeface="Calibri"/>
                <a:ea typeface="Calibri"/>
                <a:cs typeface="Calibri"/>
                <a:sym typeface="Calibri"/>
              </a:rPr>
              <a:t>Evaluation results</a:t>
            </a:r>
            <a:endParaRPr sz="2000" i="1" dirty="0">
              <a:solidFill>
                <a:srgbClr val="17365D"/>
              </a:solidFill>
              <a:latin typeface="Calibri"/>
              <a:ea typeface="Calibri"/>
              <a:cs typeface="Calibri"/>
              <a:sym typeface="Calibri"/>
            </a:endParaRPr>
          </a:p>
          <a:p>
            <a:pPr marL="0" lvl="0" indent="0" algn="l" rtl="0">
              <a:spcBef>
                <a:spcPts val="0"/>
              </a:spcBef>
              <a:spcAft>
                <a:spcPts val="0"/>
              </a:spcAft>
              <a:buClr>
                <a:schemeClr val="dk1"/>
              </a:buClr>
              <a:buFont typeface="Arial"/>
              <a:buNone/>
            </a:pPr>
            <a:endParaRPr sz="2000" i="1" dirty="0">
              <a:solidFill>
                <a:srgbClr val="17365D"/>
              </a:solidFill>
              <a:latin typeface="Calibri"/>
              <a:ea typeface="Calibri"/>
              <a:cs typeface="Calibri"/>
              <a:sym typeface="Calibri"/>
            </a:endParaRPr>
          </a:p>
          <a:p>
            <a:pPr marL="0" lvl="0" indent="0" algn="l" rtl="0">
              <a:spcBef>
                <a:spcPts val="0"/>
              </a:spcBef>
              <a:spcAft>
                <a:spcPts val="0"/>
              </a:spcAft>
              <a:buClr>
                <a:schemeClr val="dk1"/>
              </a:buClr>
              <a:buFont typeface="Arial"/>
              <a:buNone/>
            </a:pPr>
            <a:endParaRPr sz="2000" i="1" dirty="0">
              <a:solidFill>
                <a:srgbClr val="17365D"/>
              </a:solidFill>
              <a:latin typeface="Calibri"/>
              <a:ea typeface="Calibri"/>
              <a:cs typeface="Calibri"/>
              <a:sym typeface="Calibri"/>
            </a:endParaRPr>
          </a:p>
          <a:p>
            <a:pPr marL="0" lvl="0" indent="0" algn="l" rtl="0">
              <a:spcBef>
                <a:spcPts val="0"/>
              </a:spcBef>
              <a:spcAft>
                <a:spcPts val="0"/>
              </a:spcAft>
              <a:buClr>
                <a:schemeClr val="dk1"/>
              </a:buClr>
              <a:buFont typeface="Arial"/>
              <a:buNone/>
            </a:pPr>
            <a:endParaRPr sz="2000" i="1" dirty="0">
              <a:solidFill>
                <a:srgbClr val="17365D"/>
              </a:solidFill>
              <a:latin typeface="Calibri"/>
              <a:ea typeface="Calibri"/>
              <a:cs typeface="Calibri"/>
              <a:sym typeface="Calibri"/>
            </a:endParaRPr>
          </a:p>
          <a:p>
            <a:pPr marL="0" marR="0" lvl="0" indent="0" algn="l" rtl="0">
              <a:spcBef>
                <a:spcPts val="0"/>
              </a:spcBef>
              <a:spcAft>
                <a:spcPts val="0"/>
              </a:spcAft>
              <a:buNone/>
            </a:pPr>
            <a:endParaRPr sz="2000" dirty="0">
              <a:solidFill>
                <a:srgbClr val="17365D"/>
              </a:solidFill>
              <a:latin typeface="Calibri"/>
              <a:ea typeface="Calibri"/>
              <a:cs typeface="Calibri"/>
              <a:sym typeface="Calibri"/>
            </a:endParaRPr>
          </a:p>
          <a:p>
            <a:pPr marL="0" marR="0" lvl="0" indent="0" algn="l" rtl="0">
              <a:spcBef>
                <a:spcPts val="0"/>
              </a:spcBef>
              <a:spcAft>
                <a:spcPts val="0"/>
              </a:spcAft>
              <a:buNone/>
            </a:pPr>
            <a:endParaRPr sz="2000" dirty="0">
              <a:solidFill>
                <a:srgbClr val="17365D"/>
              </a:solidFill>
              <a:latin typeface="Calibri"/>
              <a:ea typeface="Calibri"/>
              <a:cs typeface="Calibri"/>
              <a:sym typeface="Calibri"/>
            </a:endParaRPr>
          </a:p>
          <a:p>
            <a:pPr marL="0" marR="0" lvl="0" indent="0" algn="l" rtl="0">
              <a:spcBef>
                <a:spcPts val="0"/>
              </a:spcBef>
              <a:spcAft>
                <a:spcPts val="0"/>
              </a:spcAft>
              <a:buNone/>
            </a:pPr>
            <a:endParaRPr sz="2000" dirty="0">
              <a:solidFill>
                <a:srgbClr val="17365D"/>
              </a:solidFill>
              <a:latin typeface="Calibri"/>
              <a:ea typeface="Calibri"/>
              <a:cs typeface="Calibri"/>
              <a:sym typeface="Calibri"/>
            </a:endParaRPr>
          </a:p>
          <a:p>
            <a:pPr marL="0" marR="0" lvl="0" indent="0" algn="l" rtl="0">
              <a:spcBef>
                <a:spcPts val="0"/>
              </a:spcBef>
              <a:spcAft>
                <a:spcPts val="0"/>
              </a:spcAft>
              <a:buNone/>
            </a:pPr>
            <a:endParaRPr sz="2600" b="1" u="sng" dirty="0">
              <a:solidFill>
                <a:srgbClr val="17365D"/>
              </a:solidFill>
              <a:latin typeface="Calibri"/>
              <a:ea typeface="Calibri"/>
              <a:cs typeface="Calibri"/>
              <a:sym typeface="Calibri"/>
            </a:endParaRPr>
          </a:p>
          <a:p>
            <a:pPr marL="457200" lvl="0" indent="0" algn="l" rtl="0">
              <a:spcBef>
                <a:spcPts val="0"/>
              </a:spcBef>
              <a:spcAft>
                <a:spcPts val="0"/>
              </a:spcAft>
              <a:buNone/>
            </a:pPr>
            <a:r>
              <a:rPr lang="zh-CN" sz="1500" b="1" dirty="0">
                <a:solidFill>
                  <a:srgbClr val="366092"/>
                </a:solidFill>
                <a:latin typeface="Calibri"/>
                <a:ea typeface="Calibri"/>
                <a:cs typeface="Calibri"/>
                <a:sym typeface="Calibri"/>
              </a:rPr>
              <a:t>       </a:t>
            </a:r>
            <a:endParaRPr sz="1500" b="1" dirty="0">
              <a:solidFill>
                <a:srgbClr val="366092"/>
              </a:solidFill>
              <a:latin typeface="Calibri"/>
              <a:ea typeface="Calibri"/>
              <a:cs typeface="Calibri"/>
              <a:sym typeface="Calibri"/>
            </a:endParaRPr>
          </a:p>
          <a:p>
            <a:pPr marL="457200" lvl="0" indent="457200" algn="l" rtl="0">
              <a:spcBef>
                <a:spcPts val="0"/>
              </a:spcBef>
              <a:spcAft>
                <a:spcPts val="0"/>
              </a:spcAft>
              <a:buNone/>
            </a:pPr>
            <a:endParaRPr sz="1500" b="1" dirty="0">
              <a:solidFill>
                <a:srgbClr val="366092"/>
              </a:solidFill>
              <a:latin typeface="Calibri"/>
              <a:ea typeface="Calibri"/>
              <a:cs typeface="Calibri"/>
              <a:sym typeface="Calibri"/>
            </a:endParaRPr>
          </a:p>
          <a:p>
            <a:pPr marL="0" lvl="0" indent="0" algn="ctr" rtl="0">
              <a:spcBef>
                <a:spcPts val="0"/>
              </a:spcBef>
              <a:spcAft>
                <a:spcPts val="0"/>
              </a:spcAft>
              <a:buNone/>
            </a:pPr>
            <a:r>
              <a:rPr lang="zh-CN" sz="1500" b="1" dirty="0">
                <a:solidFill>
                  <a:srgbClr val="366092"/>
                </a:solidFill>
                <a:latin typeface="Calibri"/>
                <a:ea typeface="Calibri"/>
                <a:cs typeface="Calibri"/>
                <a:sym typeface="Calibri"/>
              </a:rPr>
              <a:t>Fig 5.</a:t>
            </a:r>
            <a:r>
              <a:rPr lang="zh-CN" sz="1500" dirty="0">
                <a:solidFill>
                  <a:srgbClr val="366092"/>
                </a:solidFill>
                <a:latin typeface="Calibri"/>
                <a:ea typeface="Calibri"/>
                <a:cs typeface="Calibri"/>
                <a:sym typeface="Calibri"/>
              </a:rPr>
              <a:t> </a:t>
            </a:r>
            <a:r>
              <a:rPr lang="zh-CN" sz="1500" dirty="0">
                <a:solidFill>
                  <a:srgbClr val="17365D"/>
                </a:solidFill>
                <a:latin typeface="Calibri"/>
                <a:ea typeface="Calibri"/>
                <a:cs typeface="Calibri"/>
                <a:sym typeface="Calibri"/>
              </a:rPr>
              <a:t>Predicted curve comparing 3 approaches</a:t>
            </a:r>
            <a:endParaRPr sz="1500" dirty="0">
              <a:solidFill>
                <a:srgbClr val="17365D"/>
              </a:solidFill>
              <a:latin typeface="Calibri"/>
              <a:ea typeface="Calibri"/>
              <a:cs typeface="Calibri"/>
              <a:sym typeface="Calibri"/>
            </a:endParaRPr>
          </a:p>
          <a:p>
            <a:pPr marL="0" marR="0" lvl="0" indent="0" algn="l" rtl="0">
              <a:spcBef>
                <a:spcPts val="0"/>
              </a:spcBef>
              <a:spcAft>
                <a:spcPts val="0"/>
              </a:spcAft>
              <a:buNone/>
            </a:pPr>
            <a:endParaRPr sz="2000" dirty="0">
              <a:solidFill>
                <a:srgbClr val="17365D"/>
              </a:solidFill>
              <a:latin typeface="Calibri"/>
              <a:ea typeface="Calibri"/>
              <a:cs typeface="Calibri"/>
              <a:sym typeface="Calibri"/>
            </a:endParaRPr>
          </a:p>
          <a:p>
            <a:pPr marL="0" marR="0" lvl="0" indent="0" algn="ctr" rtl="0">
              <a:spcBef>
                <a:spcPts val="0"/>
              </a:spcBef>
              <a:spcAft>
                <a:spcPts val="0"/>
              </a:spcAft>
              <a:buNone/>
            </a:pPr>
            <a:r>
              <a:rPr lang="zh-CN" sz="2600" b="1" u="sng" dirty="0">
                <a:solidFill>
                  <a:srgbClr val="17365D"/>
                </a:solidFill>
                <a:latin typeface="Calibri"/>
                <a:ea typeface="Calibri"/>
                <a:cs typeface="Calibri"/>
                <a:sym typeface="Calibri"/>
              </a:rPr>
              <a:t>References</a:t>
            </a:r>
            <a:endParaRPr sz="3400" b="1" u="sng" dirty="0">
              <a:solidFill>
                <a:srgbClr val="17365D"/>
              </a:solidFill>
              <a:latin typeface="Calibri"/>
              <a:ea typeface="Calibri"/>
              <a:cs typeface="Calibri"/>
              <a:sym typeface="Calibri"/>
            </a:endParaRPr>
          </a:p>
          <a:p>
            <a:pPr marL="457200" marR="0" lvl="0" indent="-298450" algn="l" rtl="0">
              <a:spcBef>
                <a:spcPts val="0"/>
              </a:spcBef>
              <a:spcAft>
                <a:spcPts val="0"/>
              </a:spcAft>
              <a:buClr>
                <a:srgbClr val="366092"/>
              </a:buClr>
              <a:buSzPts val="1100"/>
              <a:buAutoNum type="arabicPeriod"/>
            </a:pPr>
            <a:r>
              <a:rPr lang="zh-CN" sz="1100" dirty="0">
                <a:solidFill>
                  <a:srgbClr val="366092"/>
                </a:solidFill>
              </a:rPr>
              <a:t>Alex Reinhart et al. 2018. A review of self-exciting spatio-temporal point processes and their applications. Statist. Sci. 33, 3 (2018), 299–318.</a:t>
            </a:r>
            <a:endParaRPr sz="1100" dirty="0">
              <a:solidFill>
                <a:srgbClr val="366092"/>
              </a:solidFill>
            </a:endParaRPr>
          </a:p>
          <a:p>
            <a:pPr marL="457200" lvl="0" indent="-298450" algn="l" rtl="0">
              <a:lnSpc>
                <a:spcPct val="115000"/>
              </a:lnSpc>
              <a:spcBef>
                <a:spcPts val="0"/>
              </a:spcBef>
              <a:spcAft>
                <a:spcPts val="0"/>
              </a:spcAft>
              <a:buClr>
                <a:srgbClr val="366092"/>
              </a:buClr>
              <a:buSzPts val="1100"/>
              <a:buAutoNum type="arabicPeriod"/>
            </a:pPr>
            <a:r>
              <a:rPr lang="zh-CN" sz="1100" dirty="0">
                <a:solidFill>
                  <a:srgbClr val="366092"/>
                </a:solidFill>
              </a:rPr>
              <a:t>Zulong Diao, Xin Wang, Dafang Zhang, Yingru Liu, Kun Xie, and Shaoyao He. 2019. Dynamic spatial-temporal graph convolutional neural networks for traffic forecasting. In Proceedings of the AAAI Conference on Artificial Intelligence, Vol. 33. 890–897.</a:t>
            </a:r>
            <a:endParaRPr sz="1100" dirty="0">
              <a:solidFill>
                <a:srgbClr val="366092"/>
              </a:solidFill>
            </a:endParaRPr>
          </a:p>
          <a:p>
            <a:pPr marL="0" marR="0" lvl="0" indent="0" algn="l" rtl="0">
              <a:spcBef>
                <a:spcPts val="1700"/>
              </a:spcBef>
              <a:spcAft>
                <a:spcPts val="0"/>
              </a:spcAft>
              <a:buNone/>
            </a:pPr>
            <a:endParaRPr sz="2000" dirty="0">
              <a:solidFill>
                <a:srgbClr val="17365D"/>
              </a:solidFill>
            </a:endParaRPr>
          </a:p>
          <a:p>
            <a:pPr marL="0" marR="0" lvl="0" indent="0" algn="l" rtl="0">
              <a:spcBef>
                <a:spcPts val="0"/>
              </a:spcBef>
              <a:spcAft>
                <a:spcPts val="0"/>
              </a:spcAft>
              <a:buNone/>
            </a:pPr>
            <a:endParaRPr sz="2600" b="1" u="sng" dirty="0">
              <a:solidFill>
                <a:srgbClr val="17365D"/>
              </a:solidFill>
              <a:latin typeface="Calibri"/>
              <a:ea typeface="Calibri"/>
              <a:cs typeface="Calibri"/>
              <a:sym typeface="Calibri"/>
            </a:endParaRPr>
          </a:p>
          <a:p>
            <a:pPr marL="0" marR="0" lvl="0" indent="0" algn="ctr" rtl="0">
              <a:spcBef>
                <a:spcPts val="0"/>
              </a:spcBef>
              <a:spcAft>
                <a:spcPts val="0"/>
              </a:spcAft>
              <a:buNone/>
            </a:pPr>
            <a:endParaRPr sz="2600" b="1" u="sng" dirty="0">
              <a:solidFill>
                <a:srgbClr val="17365D"/>
              </a:solidFill>
              <a:latin typeface="Calibri"/>
              <a:ea typeface="Calibri"/>
              <a:cs typeface="Calibri"/>
              <a:sym typeface="Calibri"/>
            </a:endParaRPr>
          </a:p>
          <a:p>
            <a:pPr marL="0" marR="0" lvl="0" indent="0" algn="l" rtl="0">
              <a:spcBef>
                <a:spcPts val="0"/>
              </a:spcBef>
              <a:spcAft>
                <a:spcPts val="0"/>
              </a:spcAft>
              <a:buNone/>
            </a:pPr>
            <a:endParaRPr sz="2600" b="1" u="sng" dirty="0">
              <a:solidFill>
                <a:srgbClr val="17365D"/>
              </a:solidFill>
              <a:latin typeface="Calibri"/>
              <a:ea typeface="Calibri"/>
              <a:cs typeface="Calibri"/>
              <a:sym typeface="Calibri"/>
            </a:endParaRPr>
          </a:p>
          <a:p>
            <a:pPr marL="0" marR="0" lvl="0" indent="0" algn="l" rtl="0">
              <a:spcBef>
                <a:spcPts val="0"/>
              </a:spcBef>
              <a:spcAft>
                <a:spcPts val="0"/>
              </a:spcAft>
              <a:buNone/>
            </a:pPr>
            <a:endParaRPr sz="2000" dirty="0">
              <a:solidFill>
                <a:schemeClr val="dk1"/>
              </a:solidFill>
              <a:latin typeface="Calibri"/>
              <a:ea typeface="Calibri"/>
              <a:cs typeface="Calibri"/>
              <a:sym typeface="Calibri"/>
            </a:endParaRPr>
          </a:p>
          <a:p>
            <a:pPr marL="0" marR="0" lvl="0" indent="0" algn="l" rtl="0">
              <a:spcBef>
                <a:spcPts val="0"/>
              </a:spcBef>
              <a:spcAft>
                <a:spcPts val="0"/>
              </a:spcAft>
              <a:buNone/>
            </a:pPr>
            <a:endParaRPr sz="2000" dirty="0">
              <a:solidFill>
                <a:schemeClr val="dk1"/>
              </a:solidFill>
              <a:latin typeface="Calibri"/>
              <a:ea typeface="Calibri"/>
              <a:cs typeface="Calibri"/>
              <a:sym typeface="Calibri"/>
            </a:endParaRPr>
          </a:p>
        </p:txBody>
      </p:sp>
      <p:sp>
        <p:nvSpPr>
          <p:cNvPr id="136" name="Google Shape;136;p25"/>
          <p:cNvSpPr txBox="1"/>
          <p:nvPr/>
        </p:nvSpPr>
        <p:spPr>
          <a:xfrm>
            <a:off x="5062499" y="4328963"/>
            <a:ext cx="4428000" cy="15598200"/>
          </a:xfrm>
          <a:prstGeom prst="rect">
            <a:avLst/>
          </a:prstGeom>
          <a:solidFill>
            <a:schemeClr val="lt1"/>
          </a:solidFill>
          <a:ln>
            <a:noFill/>
          </a:ln>
        </p:spPr>
        <p:txBody>
          <a:bodyPr spcFirstLastPara="1" wrap="square" lIns="62700" tIns="61750" rIns="62700" bIns="61750" anchor="t" anchorCtr="0">
            <a:noAutofit/>
          </a:bodyPr>
          <a:lstStyle/>
          <a:p>
            <a:pPr marL="0" marR="0" lvl="0" indent="0" algn="ctr" rtl="0">
              <a:lnSpc>
                <a:spcPct val="100000"/>
              </a:lnSpc>
              <a:spcBef>
                <a:spcPts val="0"/>
              </a:spcBef>
              <a:spcAft>
                <a:spcPts val="0"/>
              </a:spcAft>
              <a:buNone/>
            </a:pPr>
            <a:r>
              <a:rPr lang="zh-CN" sz="2600" b="1" u="sng">
                <a:solidFill>
                  <a:srgbClr val="17365D"/>
                </a:solidFill>
                <a:latin typeface="Calibri"/>
                <a:ea typeface="Calibri"/>
                <a:cs typeface="Calibri"/>
                <a:sym typeface="Calibri"/>
              </a:rPr>
              <a:t>Algorithm Design</a:t>
            </a:r>
            <a:endParaRPr sz="2600" b="1" u="sng">
              <a:solidFill>
                <a:srgbClr val="17365D"/>
              </a:solidFill>
              <a:latin typeface="Calibri"/>
              <a:ea typeface="Calibri"/>
              <a:cs typeface="Calibri"/>
              <a:sym typeface="Calibri"/>
            </a:endParaRPr>
          </a:p>
          <a:p>
            <a:pPr marL="965200" marR="0" lvl="0" indent="0" algn="l" rtl="0">
              <a:spcBef>
                <a:spcPts val="0"/>
              </a:spcBef>
              <a:spcAft>
                <a:spcPts val="0"/>
              </a:spcAft>
              <a:buNone/>
            </a:pPr>
            <a:endParaRPr sz="800"/>
          </a:p>
          <a:p>
            <a:pPr marL="0" marR="0" lvl="0" indent="0" algn="ctr" rtl="0">
              <a:spcBef>
                <a:spcPts val="0"/>
              </a:spcBef>
              <a:spcAft>
                <a:spcPts val="0"/>
              </a:spcAft>
              <a:buNone/>
            </a:pPr>
            <a:r>
              <a:rPr lang="zh-CN" sz="2000">
                <a:solidFill>
                  <a:srgbClr val="17365D"/>
                </a:solidFill>
                <a:highlight>
                  <a:srgbClr val="E4E8EE"/>
                </a:highlight>
                <a:latin typeface="Calibri"/>
                <a:ea typeface="Calibri"/>
                <a:cs typeface="Calibri"/>
                <a:sym typeface="Calibri"/>
              </a:rPr>
              <a:t>Use GCN to Extract Spatial Features</a:t>
            </a:r>
            <a:endParaRPr sz="2000">
              <a:solidFill>
                <a:schemeClr val="dk1"/>
              </a:solidFill>
              <a:highlight>
                <a:srgbClr val="E4E8EE"/>
              </a:highlight>
              <a:latin typeface="Calibri"/>
              <a:ea typeface="Calibri"/>
              <a:cs typeface="Calibri"/>
              <a:sym typeface="Calibri"/>
            </a:endParaRPr>
          </a:p>
          <a:p>
            <a:pPr marL="0" lvl="0" indent="0" algn="l" rtl="0">
              <a:spcBef>
                <a:spcPts val="0"/>
              </a:spcBef>
              <a:spcAft>
                <a:spcPts val="0"/>
              </a:spcAft>
              <a:buNone/>
            </a:pPr>
            <a:endParaRPr sz="700">
              <a:solidFill>
                <a:srgbClr val="17365D"/>
              </a:solidFill>
              <a:latin typeface="Calibri"/>
              <a:ea typeface="Calibri"/>
              <a:cs typeface="Calibri"/>
              <a:sym typeface="Calibri"/>
            </a:endParaRPr>
          </a:p>
          <a:p>
            <a:pPr marL="0" lvl="0" indent="0" algn="l" rtl="0">
              <a:spcBef>
                <a:spcPts val="0"/>
              </a:spcBef>
              <a:spcAft>
                <a:spcPts val="0"/>
              </a:spcAft>
              <a:buClr>
                <a:schemeClr val="dk1"/>
              </a:buClr>
              <a:buSzPts val="2000"/>
              <a:buFont typeface="Calibri"/>
              <a:buNone/>
            </a:pPr>
            <a:r>
              <a:rPr lang="zh-CN" sz="1700">
                <a:solidFill>
                  <a:srgbClr val="17365D"/>
                </a:solidFill>
                <a:latin typeface="Calibri"/>
                <a:ea typeface="Calibri"/>
                <a:cs typeface="Calibri"/>
                <a:sym typeface="Calibri"/>
              </a:rPr>
              <a:t>The Two Layer GCN:</a:t>
            </a:r>
            <a:endParaRPr sz="1700">
              <a:solidFill>
                <a:schemeClr val="dk1"/>
              </a:solidFill>
              <a:latin typeface="Calibri"/>
              <a:ea typeface="Calibri"/>
              <a:cs typeface="Calibri"/>
              <a:sym typeface="Calibri"/>
            </a:endParaRPr>
          </a:p>
          <a:p>
            <a:pPr marL="0" marR="0" lvl="0" indent="0" algn="l" rtl="0">
              <a:spcBef>
                <a:spcPts val="0"/>
              </a:spcBef>
              <a:spcAft>
                <a:spcPts val="0"/>
              </a:spcAft>
              <a:buNone/>
            </a:pPr>
            <a:endParaRPr sz="1700">
              <a:solidFill>
                <a:schemeClr val="dk1"/>
              </a:solidFill>
              <a:highlight>
                <a:srgbClr val="E4E8EE"/>
              </a:highlight>
              <a:latin typeface="Calibri"/>
              <a:ea typeface="Calibri"/>
              <a:cs typeface="Calibri"/>
              <a:sym typeface="Calibri"/>
            </a:endParaRPr>
          </a:p>
          <a:p>
            <a:pPr marL="0" marR="0" lvl="0" indent="0" algn="l" rtl="0">
              <a:spcBef>
                <a:spcPts val="0"/>
              </a:spcBef>
              <a:spcAft>
                <a:spcPts val="0"/>
              </a:spcAft>
              <a:buNone/>
            </a:pPr>
            <a:endParaRPr sz="1700">
              <a:solidFill>
                <a:schemeClr val="dk1"/>
              </a:solidFill>
              <a:highlight>
                <a:srgbClr val="E4E8EE"/>
              </a:highlight>
              <a:latin typeface="Calibri"/>
              <a:ea typeface="Calibri"/>
              <a:cs typeface="Calibri"/>
              <a:sym typeface="Calibri"/>
            </a:endParaRPr>
          </a:p>
          <a:p>
            <a:pPr marL="0" marR="0" lvl="0" indent="0" algn="l" rtl="0">
              <a:spcBef>
                <a:spcPts val="0"/>
              </a:spcBef>
              <a:spcAft>
                <a:spcPts val="0"/>
              </a:spcAft>
              <a:buNone/>
            </a:pPr>
            <a:endParaRPr sz="1700">
              <a:solidFill>
                <a:schemeClr val="dk1"/>
              </a:solidFill>
              <a:highlight>
                <a:srgbClr val="E4E8EE"/>
              </a:highlight>
              <a:latin typeface="Calibri"/>
              <a:ea typeface="Calibri"/>
              <a:cs typeface="Calibri"/>
              <a:sym typeface="Calibri"/>
            </a:endParaRPr>
          </a:p>
          <a:p>
            <a:pPr marL="0" lvl="0" indent="0" algn="l" rtl="0">
              <a:spcBef>
                <a:spcPts val="0"/>
              </a:spcBef>
              <a:spcAft>
                <a:spcPts val="0"/>
              </a:spcAft>
              <a:buClr>
                <a:schemeClr val="dk1"/>
              </a:buClr>
              <a:buSzPts val="2000"/>
              <a:buFont typeface="Calibri"/>
              <a:buNone/>
            </a:pPr>
            <a:r>
              <a:rPr lang="zh-CN" sz="1700">
                <a:solidFill>
                  <a:srgbClr val="17365D"/>
                </a:solidFill>
                <a:latin typeface="Calibri"/>
                <a:ea typeface="Calibri"/>
                <a:cs typeface="Calibri"/>
                <a:sym typeface="Calibri"/>
              </a:rPr>
              <a:t> Graph attention mechanism (GAT):</a:t>
            </a:r>
            <a:endParaRPr sz="1700">
              <a:solidFill>
                <a:schemeClr val="dk1"/>
              </a:solidFill>
              <a:latin typeface="Calibri"/>
              <a:ea typeface="Calibri"/>
              <a:cs typeface="Calibri"/>
              <a:sym typeface="Calibri"/>
            </a:endParaRPr>
          </a:p>
          <a:p>
            <a:pPr marL="0" marR="0" lvl="0" indent="0" algn="l" rtl="0">
              <a:spcBef>
                <a:spcPts val="0"/>
              </a:spcBef>
              <a:spcAft>
                <a:spcPts val="0"/>
              </a:spcAft>
              <a:buNone/>
            </a:pPr>
            <a:endParaRPr sz="1700">
              <a:solidFill>
                <a:schemeClr val="dk1"/>
              </a:solidFill>
              <a:highlight>
                <a:srgbClr val="E4E8EE"/>
              </a:highlight>
              <a:latin typeface="Calibri"/>
              <a:ea typeface="Calibri"/>
              <a:cs typeface="Calibri"/>
              <a:sym typeface="Calibri"/>
            </a:endParaRPr>
          </a:p>
          <a:p>
            <a:pPr marL="0" marR="0" lvl="0" indent="0" algn="l" rtl="0">
              <a:spcBef>
                <a:spcPts val="0"/>
              </a:spcBef>
              <a:spcAft>
                <a:spcPts val="0"/>
              </a:spcAft>
              <a:buNone/>
            </a:pPr>
            <a:endParaRPr sz="1700">
              <a:solidFill>
                <a:schemeClr val="dk1"/>
              </a:solidFill>
              <a:highlight>
                <a:srgbClr val="E4E8EE"/>
              </a:highlight>
              <a:latin typeface="Calibri"/>
              <a:ea typeface="Calibri"/>
              <a:cs typeface="Calibri"/>
              <a:sym typeface="Calibri"/>
            </a:endParaRPr>
          </a:p>
          <a:p>
            <a:pPr marL="0" marR="0" lvl="0" indent="0" algn="l" rtl="0">
              <a:spcBef>
                <a:spcPts val="0"/>
              </a:spcBef>
              <a:spcAft>
                <a:spcPts val="0"/>
              </a:spcAft>
              <a:buNone/>
            </a:pPr>
            <a:endParaRPr sz="1700">
              <a:solidFill>
                <a:schemeClr val="dk1"/>
              </a:solidFill>
              <a:highlight>
                <a:srgbClr val="E4E8EE"/>
              </a:highlight>
              <a:latin typeface="Calibri"/>
              <a:ea typeface="Calibri"/>
              <a:cs typeface="Calibri"/>
              <a:sym typeface="Calibri"/>
            </a:endParaRPr>
          </a:p>
          <a:p>
            <a:pPr marL="0" lvl="0" indent="0" algn="l" rtl="0">
              <a:spcBef>
                <a:spcPts val="0"/>
              </a:spcBef>
              <a:spcAft>
                <a:spcPts val="0"/>
              </a:spcAft>
              <a:buClr>
                <a:schemeClr val="dk1"/>
              </a:buClr>
              <a:buSzPts val="2000"/>
              <a:buFont typeface="Calibri"/>
              <a:buNone/>
            </a:pPr>
            <a:r>
              <a:rPr lang="zh-CN" sz="1700">
                <a:solidFill>
                  <a:srgbClr val="17365D"/>
                </a:solidFill>
                <a:latin typeface="Calibri"/>
                <a:ea typeface="Calibri"/>
                <a:cs typeface="Calibri"/>
                <a:sym typeface="Calibri"/>
              </a:rPr>
              <a:t>Node representation:</a:t>
            </a:r>
            <a:endParaRPr sz="1700">
              <a:solidFill>
                <a:srgbClr val="17365D"/>
              </a:solidFill>
              <a:latin typeface="Calibri"/>
              <a:ea typeface="Calibri"/>
              <a:cs typeface="Calibri"/>
              <a:sym typeface="Calibri"/>
            </a:endParaRPr>
          </a:p>
          <a:p>
            <a:pPr marL="0" marR="0" lvl="0" indent="0" algn="l" rtl="0">
              <a:spcBef>
                <a:spcPts val="0"/>
              </a:spcBef>
              <a:spcAft>
                <a:spcPts val="0"/>
              </a:spcAft>
              <a:buNone/>
            </a:pPr>
            <a:endParaRPr sz="1700">
              <a:solidFill>
                <a:schemeClr val="dk1"/>
              </a:solidFill>
              <a:highlight>
                <a:srgbClr val="E4E8EE"/>
              </a:highlight>
              <a:latin typeface="Calibri"/>
              <a:ea typeface="Calibri"/>
              <a:cs typeface="Calibri"/>
              <a:sym typeface="Calibri"/>
            </a:endParaRPr>
          </a:p>
          <a:p>
            <a:pPr marL="0" marR="0" lvl="0" indent="0" algn="l" rtl="0">
              <a:spcBef>
                <a:spcPts val="0"/>
              </a:spcBef>
              <a:spcAft>
                <a:spcPts val="0"/>
              </a:spcAft>
              <a:buNone/>
            </a:pPr>
            <a:endParaRPr sz="1700">
              <a:solidFill>
                <a:schemeClr val="dk1"/>
              </a:solidFill>
              <a:highlight>
                <a:srgbClr val="E4E8EE"/>
              </a:highlight>
              <a:latin typeface="Calibri"/>
              <a:ea typeface="Calibri"/>
              <a:cs typeface="Calibri"/>
              <a:sym typeface="Calibri"/>
            </a:endParaRPr>
          </a:p>
          <a:p>
            <a:pPr marL="0" marR="0" lvl="0" indent="0" algn="l" rtl="0">
              <a:spcBef>
                <a:spcPts val="0"/>
              </a:spcBef>
              <a:spcAft>
                <a:spcPts val="0"/>
              </a:spcAft>
              <a:buNone/>
            </a:pPr>
            <a:endParaRPr sz="1700">
              <a:solidFill>
                <a:schemeClr val="dk1"/>
              </a:solidFill>
              <a:highlight>
                <a:srgbClr val="E4E8EE"/>
              </a:highlight>
              <a:latin typeface="Calibri"/>
              <a:ea typeface="Calibri"/>
              <a:cs typeface="Calibri"/>
              <a:sym typeface="Calibri"/>
            </a:endParaRPr>
          </a:p>
          <a:p>
            <a:pPr marL="0" marR="0" lvl="0" indent="0" algn="l" rtl="0">
              <a:spcBef>
                <a:spcPts val="0"/>
              </a:spcBef>
              <a:spcAft>
                <a:spcPts val="0"/>
              </a:spcAft>
              <a:buNone/>
            </a:pPr>
            <a:endParaRPr sz="1700">
              <a:solidFill>
                <a:schemeClr val="dk1"/>
              </a:solidFill>
              <a:highlight>
                <a:srgbClr val="E4E8EE"/>
              </a:highlight>
              <a:latin typeface="Calibri"/>
              <a:ea typeface="Calibri"/>
              <a:cs typeface="Calibri"/>
              <a:sym typeface="Calibri"/>
            </a:endParaRPr>
          </a:p>
          <a:p>
            <a:pPr marL="0" marR="0" lvl="0" indent="0" algn="ctr" rtl="0">
              <a:spcBef>
                <a:spcPts val="0"/>
              </a:spcBef>
              <a:spcAft>
                <a:spcPts val="0"/>
              </a:spcAft>
              <a:buClr>
                <a:schemeClr val="dk1"/>
              </a:buClr>
              <a:buSzPts val="2000"/>
              <a:buFont typeface="Calibri"/>
              <a:buNone/>
            </a:pPr>
            <a:r>
              <a:rPr lang="zh-CN" sz="2000">
                <a:solidFill>
                  <a:srgbClr val="17365D"/>
                </a:solidFill>
                <a:highlight>
                  <a:srgbClr val="E4E8EE"/>
                </a:highlight>
                <a:latin typeface="Calibri"/>
                <a:ea typeface="Calibri"/>
                <a:cs typeface="Calibri"/>
                <a:sym typeface="Calibri"/>
              </a:rPr>
              <a:t>Use RNN to Extract Temporal Features</a:t>
            </a:r>
            <a:endParaRPr sz="2000">
              <a:solidFill>
                <a:srgbClr val="17365D"/>
              </a:solidFill>
              <a:highlight>
                <a:srgbClr val="E4E8EE"/>
              </a:highlight>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800">
              <a:solidFill>
                <a:srgbClr val="17365D"/>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r>
              <a:rPr lang="zh-CN" sz="1700">
                <a:solidFill>
                  <a:srgbClr val="17365D"/>
                </a:solidFill>
                <a:latin typeface="Calibri"/>
                <a:ea typeface="Calibri"/>
                <a:cs typeface="Calibri"/>
                <a:sym typeface="Calibri"/>
              </a:rPr>
              <a:t>Node Embeddings:</a:t>
            </a:r>
            <a:endParaRPr sz="1700">
              <a:solidFill>
                <a:srgbClr val="17365D"/>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17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17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17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r>
              <a:rPr lang="zh-CN" sz="1700">
                <a:solidFill>
                  <a:schemeClr val="dk1"/>
                </a:solidFill>
                <a:latin typeface="Calibri"/>
                <a:ea typeface="Calibri"/>
                <a:cs typeface="Calibri"/>
                <a:sym typeface="Calibri"/>
              </a:rPr>
              <a:t>GRU’s hidden representation:</a:t>
            </a:r>
            <a:endParaRPr sz="17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1700">
              <a:solidFill>
                <a:schemeClr val="dk1"/>
              </a:solidFill>
              <a:highlight>
                <a:srgbClr val="E4E8EE"/>
              </a:highlight>
              <a:latin typeface="Calibri"/>
              <a:ea typeface="Calibri"/>
              <a:cs typeface="Calibri"/>
              <a:sym typeface="Calibri"/>
            </a:endParaRPr>
          </a:p>
          <a:p>
            <a:pPr marL="0" marR="0" lvl="0" indent="0" algn="l" rtl="0">
              <a:spcBef>
                <a:spcPts val="0"/>
              </a:spcBef>
              <a:spcAft>
                <a:spcPts val="0"/>
              </a:spcAft>
              <a:buNone/>
            </a:pPr>
            <a:endParaRPr sz="2000" i="1">
              <a:solidFill>
                <a:srgbClr val="17365D"/>
              </a:solidFill>
              <a:latin typeface="Calibri"/>
              <a:ea typeface="Calibri"/>
              <a:cs typeface="Calibri"/>
              <a:sym typeface="Calibri"/>
            </a:endParaRPr>
          </a:p>
          <a:p>
            <a:pPr marL="0" marR="0" lvl="0" indent="0" algn="l" rtl="0">
              <a:spcBef>
                <a:spcPts val="0"/>
              </a:spcBef>
              <a:spcAft>
                <a:spcPts val="0"/>
              </a:spcAft>
              <a:buNone/>
            </a:pPr>
            <a:endParaRPr sz="1600">
              <a:solidFill>
                <a:srgbClr val="17365D"/>
              </a:solidFill>
              <a:latin typeface="Calibri"/>
              <a:ea typeface="Calibri"/>
              <a:cs typeface="Calibri"/>
              <a:sym typeface="Calibri"/>
            </a:endParaRPr>
          </a:p>
          <a:p>
            <a:pPr marL="0" marR="0" lvl="0" indent="0" algn="l" rtl="0">
              <a:spcBef>
                <a:spcPts val="0"/>
              </a:spcBef>
              <a:spcAft>
                <a:spcPts val="0"/>
              </a:spcAft>
              <a:buNone/>
            </a:pPr>
            <a:endParaRPr sz="1600">
              <a:solidFill>
                <a:srgbClr val="17365D"/>
              </a:solidFill>
              <a:latin typeface="Calibri"/>
              <a:ea typeface="Calibri"/>
              <a:cs typeface="Calibri"/>
              <a:sym typeface="Calibri"/>
            </a:endParaRPr>
          </a:p>
          <a:p>
            <a:pPr marL="0" marR="0" lvl="0" indent="0" algn="ctr" rtl="0">
              <a:spcBef>
                <a:spcPts val="0"/>
              </a:spcBef>
              <a:spcAft>
                <a:spcPts val="0"/>
              </a:spcAft>
              <a:buNone/>
            </a:pPr>
            <a:r>
              <a:rPr lang="zh-CN" sz="2600" b="1" u="sng">
                <a:solidFill>
                  <a:srgbClr val="17365D"/>
                </a:solidFill>
                <a:latin typeface="Calibri"/>
                <a:ea typeface="Calibri"/>
                <a:cs typeface="Calibri"/>
                <a:sym typeface="Calibri"/>
              </a:rPr>
              <a:t>Modeling and Analysis</a:t>
            </a:r>
            <a:endParaRPr sz="800"/>
          </a:p>
          <a:p>
            <a:pPr marL="0" marR="0" lvl="0" indent="0" algn="l" rtl="0">
              <a:spcBef>
                <a:spcPts val="0"/>
              </a:spcBef>
              <a:spcAft>
                <a:spcPts val="0"/>
              </a:spcAft>
              <a:buNone/>
            </a:pPr>
            <a:r>
              <a:rPr lang="zh-CN" sz="2000">
                <a:solidFill>
                  <a:srgbClr val="17365D"/>
                </a:solidFill>
                <a:latin typeface="Calibri"/>
                <a:ea typeface="Calibri"/>
                <a:cs typeface="Calibri"/>
                <a:sym typeface="Calibri"/>
              </a:rPr>
              <a:t>We model the nodes in our graph as each state in the U.S., with features of strong and weak representing the travel availability compared among others. Training our custom GNN simply start with iterating the constructed training set and propagate the loss function. </a:t>
            </a:r>
            <a:endParaRPr sz="2000">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lvl="0" indent="0" algn="ctr" rtl="0">
              <a:spcBef>
                <a:spcPts val="0"/>
              </a:spcBef>
              <a:spcAft>
                <a:spcPts val="0"/>
              </a:spcAft>
              <a:buSzPts val="1100"/>
              <a:buNone/>
            </a:pPr>
            <a:r>
              <a:rPr lang="zh-CN" sz="1500" b="1">
                <a:solidFill>
                  <a:srgbClr val="366092"/>
                </a:solidFill>
                <a:latin typeface="Calibri"/>
                <a:ea typeface="Calibri"/>
                <a:cs typeface="Calibri"/>
                <a:sym typeface="Calibri"/>
              </a:rPr>
              <a:t>Fig 3.</a:t>
            </a:r>
            <a:r>
              <a:rPr lang="zh-CN" sz="1500">
                <a:solidFill>
                  <a:srgbClr val="366092"/>
                </a:solidFill>
                <a:latin typeface="Calibri"/>
                <a:ea typeface="Calibri"/>
                <a:cs typeface="Calibri"/>
                <a:sym typeface="Calibri"/>
              </a:rPr>
              <a:t> </a:t>
            </a:r>
            <a:r>
              <a:rPr lang="zh-CN" sz="1500">
                <a:solidFill>
                  <a:srgbClr val="17365D"/>
                </a:solidFill>
                <a:latin typeface="Calibri"/>
                <a:ea typeface="Calibri"/>
                <a:cs typeface="Calibri"/>
                <a:sym typeface="Calibri"/>
              </a:rPr>
              <a:t>The Spatio-Graph Neural Network Model</a:t>
            </a:r>
            <a:endParaRPr sz="1500">
              <a:solidFill>
                <a:srgbClr val="17365D"/>
              </a:solidFill>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endParaRPr sz="1500">
              <a:solidFill>
                <a:srgbClr val="17365D"/>
              </a:solidFill>
              <a:latin typeface="Calibri"/>
              <a:ea typeface="Calibri"/>
              <a:cs typeface="Calibri"/>
              <a:sym typeface="Calibri"/>
            </a:endParaRPr>
          </a:p>
          <a:p>
            <a:pPr marL="0" marR="0" lvl="0" indent="0" algn="l" rtl="0">
              <a:spcBef>
                <a:spcPts val="0"/>
              </a:spcBef>
              <a:spcAft>
                <a:spcPts val="0"/>
              </a:spcAft>
              <a:buNone/>
            </a:pPr>
            <a:r>
              <a:rPr lang="zh-CN" sz="2000">
                <a:solidFill>
                  <a:srgbClr val="17365D"/>
                </a:solidFill>
                <a:latin typeface="Calibri"/>
                <a:ea typeface="Calibri"/>
                <a:cs typeface="Calibri"/>
                <a:sym typeface="Calibri"/>
              </a:rPr>
              <a:t>The hyper-parameters of our HFSSG model includes learning rate, epoch, and number of hidden units. In the experiment, learning rate and epoch were manually set on the basis of experiences as 0.01 and 2000 for both datasets. As for the number of hidden units, we set it to 50 for the nodes in each layer.</a:t>
            </a:r>
            <a:endParaRPr sz="2000">
              <a:solidFill>
                <a:srgbClr val="17365D"/>
              </a:solidFill>
              <a:latin typeface="Calibri"/>
              <a:ea typeface="Calibri"/>
              <a:cs typeface="Calibri"/>
              <a:sym typeface="Calibri"/>
            </a:endParaRPr>
          </a:p>
          <a:p>
            <a:pPr marL="0" marR="0" lvl="0" indent="0" algn="l" rtl="0">
              <a:spcBef>
                <a:spcPts val="400"/>
              </a:spcBef>
              <a:spcAft>
                <a:spcPts val="0"/>
              </a:spcAft>
              <a:buNone/>
            </a:pPr>
            <a:endParaRPr sz="2000">
              <a:solidFill>
                <a:schemeClr val="dk1"/>
              </a:solidFill>
              <a:latin typeface="Calibri"/>
              <a:ea typeface="Calibri"/>
              <a:cs typeface="Calibri"/>
              <a:sym typeface="Calibri"/>
            </a:endParaRPr>
          </a:p>
        </p:txBody>
      </p:sp>
      <p:sp>
        <p:nvSpPr>
          <p:cNvPr id="137" name="Google Shape;137;p25"/>
          <p:cNvSpPr txBox="1"/>
          <p:nvPr/>
        </p:nvSpPr>
        <p:spPr>
          <a:xfrm>
            <a:off x="368950" y="1732313"/>
            <a:ext cx="14002800" cy="1853400"/>
          </a:xfrm>
          <a:prstGeom prst="rect">
            <a:avLst/>
          </a:prstGeom>
          <a:noFill/>
          <a:ln>
            <a:noFill/>
          </a:ln>
        </p:spPr>
        <p:txBody>
          <a:bodyPr spcFirstLastPara="1" wrap="square" lIns="62700" tIns="31350" rIns="62700" bIns="31350" anchor="t" anchorCtr="0">
            <a:noAutofit/>
          </a:bodyPr>
          <a:lstStyle/>
          <a:p>
            <a:pPr marL="0" lvl="0" indent="0" algn="l" rtl="0">
              <a:lnSpc>
                <a:spcPct val="115000"/>
              </a:lnSpc>
              <a:spcBef>
                <a:spcPts val="1000"/>
              </a:spcBef>
              <a:spcAft>
                <a:spcPts val="0"/>
              </a:spcAft>
              <a:buSzPts val="1100"/>
              <a:buNone/>
            </a:pPr>
            <a:r>
              <a:rPr lang="zh-CN" sz="2800" b="1" dirty="0">
                <a:solidFill>
                  <a:schemeClr val="dk2"/>
                </a:solidFill>
              </a:rPr>
              <a:t>HFSSG: A Hybrid Framework combining SIR pandemic model and Spatio-temporal Graph neural network forecasting the COVID-19 Impact in the United States</a:t>
            </a:r>
            <a:endParaRPr sz="5700" b="1" dirty="0">
              <a:solidFill>
                <a:schemeClr val="dk2"/>
              </a:solidFill>
              <a:latin typeface="Calibri"/>
              <a:ea typeface="Calibri"/>
              <a:cs typeface="Calibri"/>
              <a:sym typeface="Calibri"/>
            </a:endParaRPr>
          </a:p>
          <a:p>
            <a:pPr marL="0" marR="0" lvl="0" indent="0" algn="l" rtl="0">
              <a:spcBef>
                <a:spcPts val="1000"/>
              </a:spcBef>
              <a:spcAft>
                <a:spcPts val="0"/>
              </a:spcAft>
              <a:buNone/>
            </a:pPr>
            <a:r>
              <a:rPr lang="zh-CN" sz="2000" b="1" dirty="0">
                <a:solidFill>
                  <a:srgbClr val="17365D"/>
                </a:solidFill>
                <a:latin typeface="Calibri"/>
                <a:ea typeface="Calibri"/>
                <a:cs typeface="Calibri"/>
                <a:sym typeface="Calibri"/>
              </a:rPr>
              <a:t>Team Members:</a:t>
            </a:r>
            <a:r>
              <a:rPr lang="zh-CN" sz="2000" dirty="0">
                <a:solidFill>
                  <a:schemeClr val="dk1"/>
                </a:solidFill>
                <a:latin typeface="Calibri"/>
                <a:ea typeface="Calibri"/>
                <a:cs typeface="Calibri"/>
                <a:sym typeface="Calibri"/>
              </a:rPr>
              <a:t> </a:t>
            </a:r>
            <a:r>
              <a:rPr lang="zh-CN" sz="2000" dirty="0">
                <a:solidFill>
                  <a:srgbClr val="17365D"/>
                </a:solidFill>
                <a:latin typeface="Calibri"/>
                <a:ea typeface="Calibri"/>
                <a:cs typeface="Calibri"/>
                <a:sym typeface="Calibri"/>
              </a:rPr>
              <a:t>Liqin Zhang, Zhejian Jin, Siyin Ma</a:t>
            </a:r>
            <a:endParaRPr sz="2000" dirty="0">
              <a:solidFill>
                <a:srgbClr val="17365D"/>
              </a:solidFill>
              <a:latin typeface="Calibri"/>
              <a:ea typeface="Calibri"/>
              <a:cs typeface="Calibri"/>
              <a:sym typeface="Calibri"/>
            </a:endParaRPr>
          </a:p>
          <a:p>
            <a:pPr marL="0" marR="0" lvl="0" indent="0" algn="l" rtl="0">
              <a:spcBef>
                <a:spcPts val="0"/>
              </a:spcBef>
              <a:spcAft>
                <a:spcPts val="0"/>
              </a:spcAft>
              <a:buNone/>
            </a:pPr>
            <a:r>
              <a:rPr lang="zh-CN" sz="2000" b="1" dirty="0">
                <a:solidFill>
                  <a:srgbClr val="17365D"/>
                </a:solidFill>
                <a:latin typeface="Calibri"/>
                <a:ea typeface="Calibri"/>
                <a:cs typeface="Calibri"/>
                <a:sym typeface="Calibri"/>
              </a:rPr>
              <a:t>Instructor: </a:t>
            </a:r>
            <a:r>
              <a:rPr lang="zh-CN" sz="2000" dirty="0">
                <a:solidFill>
                  <a:srgbClr val="17365D"/>
                </a:solidFill>
                <a:latin typeface="Calibri"/>
                <a:ea typeface="Calibri"/>
                <a:cs typeface="Calibri"/>
                <a:sym typeface="Calibri"/>
              </a:rPr>
              <a:t>Prof. Yifei Zhu</a:t>
            </a:r>
            <a:endParaRPr sz="2000" dirty="0">
              <a:solidFill>
                <a:srgbClr val="17365D"/>
              </a:solidFill>
              <a:latin typeface="Calibri"/>
              <a:ea typeface="Calibri"/>
              <a:cs typeface="Calibri"/>
              <a:sym typeface="Calibri"/>
            </a:endParaRPr>
          </a:p>
        </p:txBody>
      </p:sp>
      <p:cxnSp>
        <p:nvCxnSpPr>
          <p:cNvPr id="138" name="Google Shape;138;p25"/>
          <p:cNvCxnSpPr/>
          <p:nvPr/>
        </p:nvCxnSpPr>
        <p:spPr>
          <a:xfrm>
            <a:off x="4865715" y="4338370"/>
            <a:ext cx="0" cy="15567300"/>
          </a:xfrm>
          <a:prstGeom prst="straightConnector1">
            <a:avLst/>
          </a:prstGeom>
          <a:noFill/>
          <a:ln w="9525" cap="flat" cmpd="sng">
            <a:solidFill>
              <a:srgbClr val="7F7F7F"/>
            </a:solidFill>
            <a:prstDash val="solid"/>
            <a:round/>
            <a:headEnd type="none" w="sm" len="sm"/>
            <a:tailEnd type="none" w="sm" len="sm"/>
          </a:ln>
        </p:spPr>
      </p:cxnSp>
      <p:cxnSp>
        <p:nvCxnSpPr>
          <p:cNvPr id="139" name="Google Shape;139;p25"/>
          <p:cNvCxnSpPr/>
          <p:nvPr/>
        </p:nvCxnSpPr>
        <p:spPr>
          <a:xfrm>
            <a:off x="9687248" y="4338370"/>
            <a:ext cx="0" cy="15567300"/>
          </a:xfrm>
          <a:prstGeom prst="straightConnector1">
            <a:avLst/>
          </a:prstGeom>
          <a:noFill/>
          <a:ln w="9525" cap="flat" cmpd="sng">
            <a:solidFill>
              <a:srgbClr val="7F7F7F"/>
            </a:solidFill>
            <a:prstDash val="solid"/>
            <a:round/>
            <a:headEnd type="none" w="sm" len="sm"/>
            <a:tailEnd type="none" w="sm" len="sm"/>
          </a:ln>
        </p:spPr>
      </p:cxnSp>
      <p:pic>
        <p:nvPicPr>
          <p:cNvPr id="140" name="Google Shape;140;p25"/>
          <p:cNvPicPr preferRelativeResize="0"/>
          <p:nvPr/>
        </p:nvPicPr>
        <p:blipFill rotWithShape="1">
          <a:blip r:embed="rId4">
            <a:alphaModFix/>
          </a:blip>
          <a:srcRect/>
          <a:stretch/>
        </p:blipFill>
        <p:spPr>
          <a:xfrm>
            <a:off x="473864" y="414939"/>
            <a:ext cx="5474292" cy="825550"/>
          </a:xfrm>
          <a:prstGeom prst="rect">
            <a:avLst/>
          </a:prstGeom>
          <a:noFill/>
          <a:ln>
            <a:noFill/>
          </a:ln>
        </p:spPr>
      </p:pic>
      <p:pic>
        <p:nvPicPr>
          <p:cNvPr id="141" name="Google Shape;141;p25"/>
          <p:cNvPicPr preferRelativeResize="0"/>
          <p:nvPr/>
        </p:nvPicPr>
        <p:blipFill rotWithShape="1">
          <a:blip r:embed="rId5">
            <a:alphaModFix/>
          </a:blip>
          <a:srcRect l="42522" t="47957" r="10330" b="29588"/>
          <a:stretch/>
        </p:blipFill>
        <p:spPr>
          <a:xfrm>
            <a:off x="4958462" y="14043300"/>
            <a:ext cx="4636050" cy="2944000"/>
          </a:xfrm>
          <a:prstGeom prst="rect">
            <a:avLst/>
          </a:prstGeom>
          <a:noFill/>
          <a:ln>
            <a:noFill/>
          </a:ln>
        </p:spPr>
      </p:pic>
      <p:pic>
        <p:nvPicPr>
          <p:cNvPr id="142" name="Google Shape;142;p25"/>
          <p:cNvPicPr preferRelativeResize="0"/>
          <p:nvPr/>
        </p:nvPicPr>
        <p:blipFill rotWithShape="1">
          <a:blip r:embed="rId6">
            <a:alphaModFix/>
          </a:blip>
          <a:srcRect l="11985" t="10341" r="8957" b="10412"/>
          <a:stretch/>
        </p:blipFill>
        <p:spPr>
          <a:xfrm>
            <a:off x="10350352" y="6646450"/>
            <a:ext cx="3500784" cy="3007599"/>
          </a:xfrm>
          <a:prstGeom prst="rect">
            <a:avLst/>
          </a:prstGeom>
          <a:noFill/>
          <a:ln>
            <a:noFill/>
          </a:ln>
        </p:spPr>
      </p:pic>
      <p:pic>
        <p:nvPicPr>
          <p:cNvPr id="143" name="Google Shape;143;p25" descr="&lt;math xmlns=&quot;http://www.w3.org/1998/Math/MathML&quot;&gt;&lt;mover&gt;&lt;msub&gt;&lt;mi&gt;Z&lt;/mi&gt;&lt;mi&gt;t&lt;/mi&gt;&lt;/msub&gt;&lt;mo&gt;~&lt;/mo&gt;&lt;/mover&gt;&lt;mo&gt;=&lt;/mo&gt;&lt;mtext&gt;maxpool&lt;/mtext&gt;&lt;mo&gt;(&lt;/mo&gt;&lt;mover&gt;&lt;msubsup&gt;&lt;mi&gt;Z&lt;/mi&gt;&lt;mi&gt;t&lt;/mi&gt;&lt;mn&gt;0&lt;/mn&gt;&lt;/msubsup&gt;&lt;mo&gt;~&lt;/mo&gt;&lt;/mover&gt;&lt;mo&gt;,&lt;/mo&gt;&lt;mover&gt;&lt;msubsup&gt;&lt;mi&gt;Z&lt;/mi&gt;&lt;mi&gt;t&lt;/mi&gt;&lt;mn&gt;1&lt;/mn&gt;&lt;/msubsup&gt;&lt;mo&gt;~&lt;/mo&gt;&lt;/mover&gt;&lt;mo&gt;,&lt;/mo&gt;&lt;mo&gt;.&lt;/mo&gt;&lt;mo&gt;.&lt;/mo&gt;&lt;mo&gt;.&lt;/mo&gt;&lt;mo&gt;,&lt;/mo&gt;&lt;mover&gt;&lt;msubsup&gt;&lt;mi&gt;Z&lt;/mi&gt;&lt;mi&gt;t&lt;/mi&gt;&lt;mi&gt;N&lt;/mi&gt;&lt;/msubsup&gt;&lt;mo&gt;~&lt;/mo&gt;&lt;/mover&gt;&lt;mo&gt;)&lt;/mo&gt;&lt;mspace linebreak=&quot;newline&quot;/&gt;&lt;msub&gt;&lt;mi&gt;h&lt;/mi&gt;&lt;mi&gt;t&lt;/mi&gt;&lt;/msub&gt;&lt;mo&gt;=&lt;/mo&gt;&lt;mtext&gt;GRU&lt;/mtext&gt;&lt;mo&gt;(&lt;/mo&gt;&lt;mover&gt;&lt;msub&gt;&lt;mi&gt;Z&lt;/mi&gt;&lt;mn&gt;1&lt;/mn&gt;&lt;/msub&gt;&lt;mo&gt;~&lt;/mo&gt;&lt;/mover&gt;&lt;mo&gt;,&lt;/mo&gt;&lt;mover&gt;&lt;msub&gt;&lt;mi&gt;Z&lt;/mi&gt;&lt;mn&gt;2&lt;/mn&gt;&lt;/msub&gt;&lt;mo&gt;~&lt;/mo&gt;&lt;/mover&gt;&lt;mo&gt;,&lt;/mo&gt;&lt;mo&gt;.&lt;/mo&gt;&lt;mo&gt;.&lt;/mo&gt;&lt;mo&gt;.&lt;/mo&gt;&lt;mo&gt;,&lt;/mo&gt;&lt;mover&gt;&lt;msub&gt;&lt;mi&gt;Z&lt;/mi&gt;&lt;mi&gt;t&lt;/mi&gt;&lt;/msub&gt;&lt;mo&gt;~&lt;/mo&gt;&lt;/mover&gt;&lt;mo&gt;)&lt;/mo&gt;&lt;/math&gt;" title="stack Z subscript t with tilde on top equals text maxpool end text left parenthesis stack Z subscript t superscript 0 with tilde on top comma stack Z subscript t superscript 1 with tilde on top comma... comma stack Z subscript t superscript N with tilde on top right parenthesis&#10;h subscript t equals text GRU end text left parenthesis stack Z subscript 1 with tilde on top comma stack Z subscript 2 with tilde on top comma... comma stack Z subscript t with tilde on top right parenthesis"/>
          <p:cNvPicPr preferRelativeResize="0"/>
          <p:nvPr/>
        </p:nvPicPr>
        <p:blipFill rotWithShape="1">
          <a:blip r:embed="rId7">
            <a:alphaModFix/>
          </a:blip>
          <a:srcRect b="49771"/>
          <a:stretch/>
        </p:blipFill>
        <p:spPr>
          <a:xfrm>
            <a:off x="5857500" y="9509650"/>
            <a:ext cx="2837955" cy="435875"/>
          </a:xfrm>
          <a:prstGeom prst="rect">
            <a:avLst/>
          </a:prstGeom>
          <a:noFill/>
          <a:ln>
            <a:noFill/>
          </a:ln>
        </p:spPr>
      </p:pic>
      <p:pic>
        <p:nvPicPr>
          <p:cNvPr id="144" name="Google Shape;144;p25" descr="&lt;math xmlns=&quot;http://www.w3.org/1998/Math/MathML&quot;&gt;&lt;mover&gt;&lt;msub&gt;&lt;mi&gt;Z&lt;/mi&gt;&lt;mi&gt;t&lt;/mi&gt;&lt;/msub&gt;&lt;mo&gt;~&lt;/mo&gt;&lt;/mover&gt;&lt;mo&gt;=&lt;/mo&gt;&lt;mtext&gt;maxpool&lt;/mtext&gt;&lt;mo&gt;(&lt;/mo&gt;&lt;mover&gt;&lt;msubsup&gt;&lt;mi&gt;Z&lt;/mi&gt;&lt;mi&gt;t&lt;/mi&gt;&lt;mn&gt;0&lt;/mn&gt;&lt;/msubsup&gt;&lt;mo&gt;~&lt;/mo&gt;&lt;/mover&gt;&lt;mo&gt;,&lt;/mo&gt;&lt;mover&gt;&lt;msubsup&gt;&lt;mi&gt;Z&lt;/mi&gt;&lt;mi&gt;t&lt;/mi&gt;&lt;mn&gt;1&lt;/mn&gt;&lt;/msubsup&gt;&lt;mo&gt;~&lt;/mo&gt;&lt;/mover&gt;&lt;mo&gt;,&lt;/mo&gt;&lt;mo&gt;.&lt;/mo&gt;&lt;mo&gt;.&lt;/mo&gt;&lt;mo&gt;.&lt;/mo&gt;&lt;mo&gt;,&lt;/mo&gt;&lt;mover&gt;&lt;msubsup&gt;&lt;mi&gt;Z&lt;/mi&gt;&lt;mi&gt;t&lt;/mi&gt;&lt;mi&gt;N&lt;/mi&gt;&lt;/msubsup&gt;&lt;mo&gt;~&lt;/mo&gt;&lt;/mover&gt;&lt;mo&gt;)&lt;/mo&gt;&lt;mspace linebreak=&quot;newline&quot;/&gt;&lt;msub&gt;&lt;mi&gt;h&lt;/mi&gt;&lt;mi&gt;t&lt;/mi&gt;&lt;/msub&gt;&lt;mo&gt;=&lt;/mo&gt;&lt;mtext&gt;GRU&lt;/mtext&gt;&lt;mo&gt;(&lt;/mo&gt;&lt;mover&gt;&lt;msub&gt;&lt;mi&gt;Z&lt;/mi&gt;&lt;mn&gt;1&lt;/mn&gt;&lt;/msub&gt;&lt;mo&gt;~&lt;/mo&gt;&lt;/mover&gt;&lt;mo&gt;,&lt;/mo&gt;&lt;mover&gt;&lt;msub&gt;&lt;mi&gt;Z&lt;/mi&gt;&lt;mn&gt;2&lt;/mn&gt;&lt;/msub&gt;&lt;mo&gt;~&lt;/mo&gt;&lt;/mover&gt;&lt;mo&gt;,&lt;/mo&gt;&lt;mo&gt;.&lt;/mo&gt;&lt;mo&gt;.&lt;/mo&gt;&lt;mo&gt;.&lt;/mo&gt;&lt;mo&gt;,&lt;/mo&gt;&lt;mover&gt;&lt;msub&gt;&lt;mi&gt;Z&lt;/mi&gt;&lt;mi&gt;t&lt;/mi&gt;&lt;/msub&gt;&lt;mo&gt;~&lt;/mo&gt;&lt;/mover&gt;&lt;mo&gt;)&lt;/mo&gt;&lt;/math&gt;" title="stack Z subscript t with tilde on top equals text maxpool end text left parenthesis stack Z subscript t superscript 0 with tilde on top comma stack Z subscript t superscript 1 with tilde on top comma... comma stack Z subscript t superscript N with tilde on top right parenthesis&#10;h subscript t equals text GRU end text left parenthesis stack Z subscript 1 with tilde on top comma stack Z subscript 2 with tilde on top comma... comma stack Z subscript t with tilde on top right parenthesis"/>
          <p:cNvPicPr preferRelativeResize="0"/>
          <p:nvPr/>
        </p:nvPicPr>
        <p:blipFill rotWithShape="1">
          <a:blip r:embed="rId7">
            <a:alphaModFix/>
          </a:blip>
          <a:srcRect t="54611"/>
          <a:stretch/>
        </p:blipFill>
        <p:spPr>
          <a:xfrm>
            <a:off x="5873475" y="10551400"/>
            <a:ext cx="2894333" cy="401700"/>
          </a:xfrm>
          <a:prstGeom prst="rect">
            <a:avLst/>
          </a:prstGeom>
          <a:noFill/>
          <a:ln>
            <a:noFill/>
          </a:ln>
        </p:spPr>
      </p:pic>
      <p:pic>
        <p:nvPicPr>
          <p:cNvPr id="145" name="Google Shape;145;p25" descr="&lt;math xmlns=&quot;http://www.w3.org/1998/Math/MathML&quot;&gt;&lt;msub&gt;&lt;mi&gt;z&lt;/mi&gt;&lt;mi&gt;t&lt;/mi&gt;&lt;/msub&gt;&lt;mo&gt;=&lt;/mo&gt;&lt;mover&gt;&lt;mi&gt;A&lt;/mi&gt;&lt;mo&gt;^&lt;/mo&gt;&lt;/mover&gt;&lt;mo&gt;Relu&lt;/mo&gt;&lt;mfenced&gt;&lt;mrow&gt;&lt;mover&gt;&lt;mi&gt;A&lt;/mi&gt;&lt;mo&gt;^&lt;/mo&gt;&lt;/mover&gt;&lt;msub&gt;&lt;mi&gt;X&lt;/mi&gt;&lt;mi&gt;t&lt;/mi&gt;&lt;/msub&gt;&lt;msub&gt;&lt;mi&gt;W&lt;/mi&gt;&lt;mn&gt;0&lt;/mn&gt;&lt;/msub&gt;&lt;/mrow&gt;&lt;/mfenced&gt;&lt;msub&gt;&lt;mi&gt;W&lt;/mi&gt;&lt;mn&gt;1&lt;/mn&gt;&lt;/msub&gt;&lt;/math&gt;" title="z subscript t equals A with hat on top Relu open parentheses A with hat on top X subscript t W subscript 0 close parentheses W subscript 1"/>
          <p:cNvPicPr preferRelativeResize="0"/>
          <p:nvPr/>
        </p:nvPicPr>
        <p:blipFill>
          <a:blip r:embed="rId8">
            <a:alphaModFix/>
          </a:blip>
          <a:stretch>
            <a:fillRect/>
          </a:stretch>
        </p:blipFill>
        <p:spPr>
          <a:xfrm>
            <a:off x="6153600" y="5815975"/>
            <a:ext cx="2245772" cy="353775"/>
          </a:xfrm>
          <a:prstGeom prst="rect">
            <a:avLst/>
          </a:prstGeom>
          <a:noFill/>
          <a:ln>
            <a:noFill/>
          </a:ln>
        </p:spPr>
      </p:pic>
      <p:pic>
        <p:nvPicPr>
          <p:cNvPr id="146" name="Google Shape;146;p25" descr="&lt;math xmlns=&quot;http://www.w3.org/1998/Math/MathML&quot;&gt;&lt;msub&gt;&lt;mi&gt;e&lt;/mi&gt;&lt;mrow&gt;&lt;mi&gt;i&lt;/mi&gt;&lt;mi&gt;j&lt;/mi&gt;&lt;/mrow&gt;&lt;/msub&gt;&lt;mo&gt;=&lt;/mo&gt;&lt;mi&gt;a&lt;/mi&gt;&lt;mfenced&gt;&lt;mrow&gt;&lt;msub&gt;&lt;mi mathvariant=&quot;bold-italic&quot;&gt;W&lt;/mi&gt;&lt;mi&gt;a&lt;/mi&gt;&lt;/msub&gt;&lt;msubsup&gt;&lt;mi mathvariant=&quot;bold&quot;&gt;z&lt;/mi&gt;&lt;mi&gt;t&lt;/mi&gt;&lt;mi&gt;i&lt;/mi&gt;&lt;/msubsup&gt;&lt;mo&gt;,&lt;/mo&gt;&lt;msub&gt;&lt;mi mathvariant=&quot;bold-italic&quot;&gt;W&lt;/mi&gt;&lt;mi&gt;a&lt;/mi&gt;&lt;/msub&gt;&lt;msubsup&gt;&lt;mi mathvariant=&quot;bold&quot;&gt;z&lt;/mi&gt;&lt;mi&gt;t&lt;/mi&gt;&lt;mi&gt;j&lt;/mi&gt;&lt;/msubsup&gt;&lt;/mrow&gt;&lt;/mfenced&gt;&lt;/math&gt;" title="e subscript i j end subscript equals a open parentheses bold italic W subscript a bold z subscript t superscript i comma bold italic W subscript a bold z subscript t superscript j close parentheses"/>
          <p:cNvPicPr preferRelativeResize="0"/>
          <p:nvPr/>
        </p:nvPicPr>
        <p:blipFill>
          <a:blip r:embed="rId9">
            <a:alphaModFix/>
          </a:blip>
          <a:stretch>
            <a:fillRect/>
          </a:stretch>
        </p:blipFill>
        <p:spPr>
          <a:xfrm>
            <a:off x="6170688" y="6760750"/>
            <a:ext cx="2014817" cy="353775"/>
          </a:xfrm>
          <a:prstGeom prst="rect">
            <a:avLst/>
          </a:prstGeom>
          <a:noFill/>
          <a:ln>
            <a:noFill/>
          </a:ln>
        </p:spPr>
      </p:pic>
      <p:pic>
        <p:nvPicPr>
          <p:cNvPr id="147" name="Google Shape;147;p25" descr="&lt;math xmlns=&quot;http://www.w3.org/1998/Math/MathML&quot;&gt;&lt;msubsup&gt;&lt;mover&gt;&lt;mi&gt;z&lt;/mi&gt;&lt;mo&gt;~&lt;/mo&gt;&lt;/mover&gt;&lt;mi&gt;t&lt;/mi&gt;&lt;mi&gt;i&lt;/mi&gt;&lt;/msubsup&gt;&lt;mo&gt;=&lt;/mo&gt;&lt;mi&gt;&amp;#x3C3;&lt;/mi&gt;&lt;mfenced&gt;&lt;mrow&gt;&lt;mfrac&gt;&lt;mn&gt;1&lt;/mn&gt;&lt;mi&gt;K&lt;/mi&gt;&lt;/mfrac&gt;&lt;munderover&gt;&lt;mo&gt;&amp;#x2211;&lt;/mo&gt;&lt;mrow&gt;&lt;mi&gt;k&lt;/mi&gt;&lt;mo&gt;=&lt;/mo&gt;&lt;mn&gt;1&lt;/mn&gt;&lt;/mrow&gt;&lt;mi&gt;K&lt;/mi&gt;&lt;/munderover&gt;&lt;munderover&gt;&lt;mo&gt;&amp;#x2211;&lt;/mo&gt;&lt;mrow&gt;&lt;mi&gt;j&lt;/mi&gt;&lt;mo&gt;=&lt;/mo&gt;&lt;mn&gt;1&lt;/mn&gt;&lt;/mrow&gt;&lt;mi&gt;N&lt;/mi&gt;&lt;/munderover&gt;&lt;msubsup&gt;&lt;mi&gt;a&lt;/mi&gt;&lt;mrow&gt;&lt;mi&gt;i&lt;/mi&gt;&lt;mi&gt;j&lt;/mi&gt;&lt;/mrow&gt;&lt;mi&gt;k&lt;/mi&gt;&lt;/msubsup&gt;&lt;msup&gt;&lt;mi mathvariant=&quot;bold-italic&quot;&gt;W&lt;/mi&gt;&lt;mi&gt;k&lt;/mi&gt;&lt;/msup&gt;&lt;msubsup&gt;&lt;mi mathvariant=&quot;bold-italic&quot;&gt;z&lt;/mi&gt;&lt;mi&gt;t&lt;/mi&gt;&lt;mi&gt;i&lt;/mi&gt;&lt;/msubsup&gt;&lt;/mrow&gt;&lt;/mfenced&gt;&lt;/math&gt;" title="z with tilde on top subscript t superscript i equals sigma open parentheses 1 over K sum from k equals 1 to K of sum from j equals 1 to N of a subscript i j end subscript superscript k bold italic W to the power of k bold italic z subscript t superscript i close parentheses"/>
          <p:cNvPicPr preferRelativeResize="0"/>
          <p:nvPr/>
        </p:nvPicPr>
        <p:blipFill>
          <a:blip r:embed="rId10">
            <a:alphaModFix/>
          </a:blip>
          <a:stretch>
            <a:fillRect/>
          </a:stretch>
        </p:blipFill>
        <p:spPr>
          <a:xfrm>
            <a:off x="6055212" y="7634225"/>
            <a:ext cx="2245775" cy="622590"/>
          </a:xfrm>
          <a:prstGeom prst="rect">
            <a:avLst/>
          </a:prstGeom>
          <a:noFill/>
          <a:ln>
            <a:noFill/>
          </a:ln>
        </p:spPr>
      </p:pic>
      <p:pic>
        <p:nvPicPr>
          <p:cNvPr id="148" name="Google Shape;148;p25"/>
          <p:cNvPicPr preferRelativeResize="0"/>
          <p:nvPr/>
        </p:nvPicPr>
        <p:blipFill rotWithShape="1">
          <a:blip r:embed="rId11">
            <a:alphaModFix/>
          </a:blip>
          <a:srcRect l="3991" t="5355" r="10728" b="3867"/>
          <a:stretch/>
        </p:blipFill>
        <p:spPr>
          <a:xfrm>
            <a:off x="10065301" y="14944651"/>
            <a:ext cx="4070874" cy="2541285"/>
          </a:xfrm>
          <a:prstGeom prst="rect">
            <a:avLst/>
          </a:prstGeom>
          <a:noFill/>
          <a:ln>
            <a:noFill/>
          </a:ln>
        </p:spPr>
      </p:pic>
      <p:sp>
        <p:nvSpPr>
          <p:cNvPr id="149" name="Google Shape;149;p25"/>
          <p:cNvSpPr txBox="1"/>
          <p:nvPr/>
        </p:nvSpPr>
        <p:spPr>
          <a:xfrm>
            <a:off x="320450" y="4328975"/>
            <a:ext cx="4348500" cy="1581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CN" sz="2600" b="1" u="sng">
                <a:solidFill>
                  <a:srgbClr val="17365D"/>
                </a:solidFill>
                <a:latin typeface="Calibri"/>
                <a:ea typeface="Calibri"/>
                <a:cs typeface="Calibri"/>
                <a:sym typeface="Calibri"/>
              </a:rPr>
              <a:t>Overview</a:t>
            </a:r>
            <a:endParaRPr sz="2600" b="1" u="sng">
              <a:solidFill>
                <a:srgbClr val="17365D"/>
              </a:solidFill>
              <a:latin typeface="Calibri"/>
              <a:ea typeface="Calibri"/>
              <a:cs typeface="Calibri"/>
              <a:sym typeface="Calibri"/>
            </a:endParaRPr>
          </a:p>
          <a:p>
            <a:pPr marL="0" lvl="0" indent="0" algn="l" rtl="0">
              <a:spcBef>
                <a:spcPts val="0"/>
              </a:spcBef>
              <a:spcAft>
                <a:spcPts val="0"/>
              </a:spcAft>
              <a:buNone/>
            </a:pPr>
            <a:r>
              <a:rPr lang="zh-CN" sz="2000">
                <a:solidFill>
                  <a:srgbClr val="17365D"/>
                </a:solidFill>
                <a:latin typeface="Calibri"/>
                <a:ea typeface="Calibri"/>
                <a:cs typeface="Calibri"/>
                <a:sym typeface="Calibri"/>
              </a:rPr>
              <a:t>In this work, we propose a novel hybrid framework aimed at COVID-19 case examination and feature prediction.</a:t>
            </a:r>
            <a:endParaRPr sz="2000">
              <a:solidFill>
                <a:srgbClr val="17365D"/>
              </a:solidFill>
              <a:latin typeface="Calibri"/>
              <a:ea typeface="Calibri"/>
              <a:cs typeface="Calibri"/>
              <a:sym typeface="Calibri"/>
            </a:endParaRPr>
          </a:p>
          <a:p>
            <a:pPr marL="0" lvl="0" indent="0" algn="l" rtl="0">
              <a:spcBef>
                <a:spcPts val="0"/>
              </a:spcBef>
              <a:spcAft>
                <a:spcPts val="0"/>
              </a:spcAft>
              <a:buNone/>
            </a:pPr>
            <a:r>
              <a:rPr lang="zh-CN" sz="2000">
                <a:solidFill>
                  <a:srgbClr val="17365D"/>
                </a:solidFill>
                <a:latin typeface="Calibri"/>
                <a:ea typeface="Calibri"/>
                <a:cs typeface="Calibri"/>
                <a:sym typeface="Calibri"/>
              </a:rPr>
              <a:t>We mainly user </a:t>
            </a:r>
            <a:r>
              <a:rPr lang="zh-CN" sz="2000" b="1" u="sng">
                <a:solidFill>
                  <a:srgbClr val="17365D"/>
                </a:solidFill>
                <a:latin typeface="Calibri"/>
                <a:ea typeface="Calibri"/>
                <a:cs typeface="Calibri"/>
                <a:sym typeface="Calibri"/>
              </a:rPr>
              <a:t>SIR model</a:t>
            </a:r>
            <a:r>
              <a:rPr lang="zh-CN" sz="2000">
                <a:solidFill>
                  <a:srgbClr val="17365D"/>
                </a:solidFill>
                <a:latin typeface="Calibri"/>
                <a:ea typeface="Calibri"/>
                <a:cs typeface="Calibri"/>
                <a:sym typeface="Calibri"/>
              </a:rPr>
              <a:t> for parameter learning and </a:t>
            </a:r>
            <a:r>
              <a:rPr lang="zh-CN" sz="2000" b="1" u="sng">
                <a:solidFill>
                  <a:srgbClr val="17365D"/>
                </a:solidFill>
                <a:latin typeface="Calibri"/>
                <a:ea typeface="Calibri"/>
                <a:cs typeface="Calibri"/>
                <a:sym typeface="Calibri"/>
              </a:rPr>
              <a:t>Graph Neural Network</a:t>
            </a:r>
            <a:r>
              <a:rPr lang="zh-CN" sz="2000" b="1">
                <a:solidFill>
                  <a:srgbClr val="17365D"/>
                </a:solidFill>
                <a:latin typeface="Calibri"/>
                <a:ea typeface="Calibri"/>
                <a:cs typeface="Calibri"/>
                <a:sym typeface="Calibri"/>
              </a:rPr>
              <a:t> </a:t>
            </a:r>
            <a:r>
              <a:rPr lang="zh-CN" sz="2000">
                <a:solidFill>
                  <a:srgbClr val="17365D"/>
                </a:solidFill>
                <a:latin typeface="Calibri"/>
                <a:ea typeface="Calibri"/>
                <a:cs typeface="Calibri"/>
                <a:sym typeface="Calibri"/>
              </a:rPr>
              <a:t>for temporal-spatial interaction study. </a:t>
            </a:r>
            <a:endParaRPr sz="2000">
              <a:solidFill>
                <a:srgbClr val="17365D"/>
              </a:solidFill>
              <a:latin typeface="Calibri"/>
              <a:ea typeface="Calibri"/>
              <a:cs typeface="Calibri"/>
              <a:sym typeface="Calibri"/>
            </a:endParaRPr>
          </a:p>
          <a:p>
            <a:pPr marL="0" lvl="0" indent="0" algn="l" rtl="0">
              <a:spcBef>
                <a:spcPts val="0"/>
              </a:spcBef>
              <a:spcAft>
                <a:spcPts val="0"/>
              </a:spcAft>
              <a:buNone/>
            </a:pPr>
            <a:endParaRPr sz="2000">
              <a:solidFill>
                <a:srgbClr val="17365D"/>
              </a:solidFill>
              <a:latin typeface="Calibri"/>
              <a:ea typeface="Calibri"/>
              <a:cs typeface="Calibri"/>
              <a:sym typeface="Calibri"/>
            </a:endParaRPr>
          </a:p>
          <a:p>
            <a:pPr marL="0" lvl="0" indent="0" algn="ctr" rtl="0">
              <a:lnSpc>
                <a:spcPct val="100000"/>
              </a:lnSpc>
              <a:spcBef>
                <a:spcPts val="0"/>
              </a:spcBef>
              <a:spcAft>
                <a:spcPts val="0"/>
              </a:spcAft>
              <a:buNone/>
            </a:pPr>
            <a:r>
              <a:rPr lang="zh-CN" sz="2600" b="1" u="sng">
                <a:solidFill>
                  <a:srgbClr val="17365D"/>
                </a:solidFill>
                <a:latin typeface="Calibri"/>
                <a:ea typeface="Calibri"/>
                <a:cs typeface="Calibri"/>
                <a:sym typeface="Calibri"/>
              </a:rPr>
              <a:t>Motivation</a:t>
            </a:r>
            <a:endParaRPr sz="2600" b="1" u="sng">
              <a:solidFill>
                <a:srgbClr val="17365D"/>
              </a:solidFill>
              <a:latin typeface="Calibri"/>
              <a:ea typeface="Calibri"/>
              <a:cs typeface="Calibri"/>
              <a:sym typeface="Calibri"/>
            </a:endParaRPr>
          </a:p>
          <a:p>
            <a:pPr marL="0" lvl="0" indent="0" algn="l" rtl="0">
              <a:lnSpc>
                <a:spcPct val="100000"/>
              </a:lnSpc>
              <a:spcBef>
                <a:spcPts val="0"/>
              </a:spcBef>
              <a:spcAft>
                <a:spcPts val="0"/>
              </a:spcAft>
              <a:buNone/>
            </a:pPr>
            <a:r>
              <a:rPr lang="zh-CN" sz="2000">
                <a:solidFill>
                  <a:srgbClr val="17365D"/>
                </a:solidFill>
                <a:latin typeface="Calibri"/>
                <a:ea typeface="Calibri"/>
                <a:cs typeface="Calibri"/>
                <a:sym typeface="Calibri"/>
              </a:rPr>
              <a:t>Accurate real-time pandemic forecast is always a core technological problem against the implementation for policy makers and healthcaring system. </a:t>
            </a:r>
            <a:endParaRPr sz="2000">
              <a:solidFill>
                <a:srgbClr val="17365D"/>
              </a:solidFill>
              <a:latin typeface="Calibri"/>
              <a:ea typeface="Calibri"/>
              <a:cs typeface="Calibri"/>
              <a:sym typeface="Calibri"/>
            </a:endParaRPr>
          </a:p>
          <a:p>
            <a:pPr marL="0" lvl="0" indent="0" algn="l" rtl="0">
              <a:lnSpc>
                <a:spcPct val="100000"/>
              </a:lnSpc>
              <a:spcBef>
                <a:spcPts val="0"/>
              </a:spcBef>
              <a:spcAft>
                <a:spcPts val="0"/>
              </a:spcAft>
              <a:buNone/>
            </a:pPr>
            <a:endParaRPr sz="2000">
              <a:solidFill>
                <a:srgbClr val="17365D"/>
              </a:solidFill>
              <a:latin typeface="Calibri"/>
              <a:ea typeface="Calibri"/>
              <a:cs typeface="Calibri"/>
              <a:sym typeface="Calibri"/>
            </a:endParaRPr>
          </a:p>
          <a:p>
            <a:pPr marL="0" lvl="0" indent="0" algn="l" rtl="0">
              <a:lnSpc>
                <a:spcPct val="100000"/>
              </a:lnSpc>
              <a:spcBef>
                <a:spcPts val="0"/>
              </a:spcBef>
              <a:spcAft>
                <a:spcPts val="0"/>
              </a:spcAft>
              <a:buNone/>
            </a:pPr>
            <a:endParaRPr sz="2000">
              <a:solidFill>
                <a:srgbClr val="17365D"/>
              </a:solidFill>
              <a:latin typeface="Calibri"/>
              <a:ea typeface="Calibri"/>
              <a:cs typeface="Calibri"/>
              <a:sym typeface="Calibri"/>
            </a:endParaRPr>
          </a:p>
          <a:p>
            <a:pPr marL="0" lvl="0" indent="0" algn="l" rtl="0">
              <a:lnSpc>
                <a:spcPct val="100000"/>
              </a:lnSpc>
              <a:spcBef>
                <a:spcPts val="0"/>
              </a:spcBef>
              <a:spcAft>
                <a:spcPts val="0"/>
              </a:spcAft>
              <a:buNone/>
            </a:pPr>
            <a:endParaRPr sz="2000">
              <a:solidFill>
                <a:srgbClr val="17365D"/>
              </a:solidFill>
              <a:latin typeface="Calibri"/>
              <a:ea typeface="Calibri"/>
              <a:cs typeface="Calibri"/>
              <a:sym typeface="Calibri"/>
            </a:endParaRPr>
          </a:p>
          <a:p>
            <a:pPr marL="0" lvl="0" indent="0" algn="l" rtl="0">
              <a:lnSpc>
                <a:spcPct val="100000"/>
              </a:lnSpc>
              <a:spcBef>
                <a:spcPts val="0"/>
              </a:spcBef>
              <a:spcAft>
                <a:spcPts val="0"/>
              </a:spcAft>
              <a:buNone/>
            </a:pPr>
            <a:endParaRPr sz="2000">
              <a:solidFill>
                <a:srgbClr val="17365D"/>
              </a:solidFill>
              <a:latin typeface="Calibri"/>
              <a:ea typeface="Calibri"/>
              <a:cs typeface="Calibri"/>
              <a:sym typeface="Calibri"/>
            </a:endParaRPr>
          </a:p>
          <a:p>
            <a:pPr marL="0" lvl="0" indent="0" algn="l" rtl="0">
              <a:lnSpc>
                <a:spcPct val="100000"/>
              </a:lnSpc>
              <a:spcBef>
                <a:spcPts val="0"/>
              </a:spcBef>
              <a:spcAft>
                <a:spcPts val="0"/>
              </a:spcAft>
              <a:buNone/>
            </a:pPr>
            <a:endParaRPr sz="2000">
              <a:solidFill>
                <a:srgbClr val="17365D"/>
              </a:solidFill>
              <a:latin typeface="Calibri"/>
              <a:ea typeface="Calibri"/>
              <a:cs typeface="Calibri"/>
              <a:sym typeface="Calibri"/>
            </a:endParaRPr>
          </a:p>
          <a:p>
            <a:pPr marL="0" lvl="0" indent="0" algn="l" rtl="0">
              <a:lnSpc>
                <a:spcPct val="100000"/>
              </a:lnSpc>
              <a:spcBef>
                <a:spcPts val="0"/>
              </a:spcBef>
              <a:spcAft>
                <a:spcPts val="0"/>
              </a:spcAft>
              <a:buNone/>
            </a:pPr>
            <a:endParaRPr sz="2000">
              <a:solidFill>
                <a:srgbClr val="17365D"/>
              </a:solidFill>
              <a:latin typeface="Calibri"/>
              <a:ea typeface="Calibri"/>
              <a:cs typeface="Calibri"/>
              <a:sym typeface="Calibri"/>
            </a:endParaRPr>
          </a:p>
          <a:p>
            <a:pPr marL="0" lvl="0" indent="0" algn="l" rtl="0">
              <a:lnSpc>
                <a:spcPct val="100000"/>
              </a:lnSpc>
              <a:spcBef>
                <a:spcPts val="0"/>
              </a:spcBef>
              <a:spcAft>
                <a:spcPts val="0"/>
              </a:spcAft>
              <a:buNone/>
            </a:pPr>
            <a:endParaRPr sz="2000">
              <a:solidFill>
                <a:srgbClr val="17365D"/>
              </a:solidFill>
              <a:latin typeface="Calibri"/>
              <a:ea typeface="Calibri"/>
              <a:cs typeface="Calibri"/>
              <a:sym typeface="Calibri"/>
            </a:endParaRPr>
          </a:p>
          <a:p>
            <a:pPr marL="0" lvl="0" indent="0" algn="ctr" rtl="0">
              <a:lnSpc>
                <a:spcPct val="115000"/>
              </a:lnSpc>
              <a:spcBef>
                <a:spcPts val="0"/>
              </a:spcBef>
              <a:spcAft>
                <a:spcPts val="0"/>
              </a:spcAft>
              <a:buNone/>
            </a:pPr>
            <a:r>
              <a:rPr lang="zh-CN" sz="1500" b="1">
                <a:solidFill>
                  <a:srgbClr val="366092"/>
                </a:solidFill>
                <a:latin typeface="Calibri"/>
                <a:ea typeface="Calibri"/>
                <a:cs typeface="Calibri"/>
                <a:sym typeface="Calibri"/>
              </a:rPr>
              <a:t>Fig 1.</a:t>
            </a:r>
            <a:r>
              <a:rPr lang="zh-CN" sz="1500">
                <a:solidFill>
                  <a:srgbClr val="366092"/>
                </a:solidFill>
                <a:latin typeface="Calibri"/>
                <a:ea typeface="Calibri"/>
                <a:cs typeface="Calibri"/>
                <a:sym typeface="Calibri"/>
              </a:rPr>
              <a:t> </a:t>
            </a:r>
            <a:r>
              <a:rPr lang="zh-CN" sz="1500">
                <a:solidFill>
                  <a:srgbClr val="17365D"/>
                </a:solidFill>
                <a:latin typeface="Calibri"/>
                <a:ea typeface="Calibri"/>
                <a:cs typeface="Calibri"/>
                <a:sym typeface="Calibri"/>
              </a:rPr>
              <a:t>The Stable SIR model Fitting</a:t>
            </a:r>
            <a:endParaRPr sz="1500">
              <a:solidFill>
                <a:srgbClr val="17365D"/>
              </a:solidFill>
              <a:latin typeface="Calibri"/>
              <a:ea typeface="Calibri"/>
              <a:cs typeface="Calibri"/>
              <a:sym typeface="Calibri"/>
            </a:endParaRPr>
          </a:p>
          <a:p>
            <a:pPr marL="0" lvl="0" indent="0" algn="l" rtl="0">
              <a:lnSpc>
                <a:spcPct val="100000"/>
              </a:lnSpc>
              <a:spcBef>
                <a:spcPts val="1000"/>
              </a:spcBef>
              <a:spcAft>
                <a:spcPts val="0"/>
              </a:spcAft>
              <a:buNone/>
            </a:pPr>
            <a:r>
              <a:rPr lang="zh-CN" sz="2000">
                <a:solidFill>
                  <a:srgbClr val="17365D"/>
                </a:solidFill>
                <a:latin typeface="Calibri"/>
                <a:ea typeface="Calibri"/>
                <a:cs typeface="Calibri"/>
                <a:sym typeface="Calibri"/>
              </a:rPr>
              <a:t>However, existing forecasting models such as SIR(</a:t>
            </a:r>
            <a:r>
              <a:rPr lang="zh-CN" sz="2000" b="1">
                <a:solidFill>
                  <a:srgbClr val="17365D"/>
                </a:solidFill>
                <a:latin typeface="Calibri"/>
                <a:ea typeface="Calibri"/>
                <a:cs typeface="Calibri"/>
                <a:sym typeface="Calibri"/>
              </a:rPr>
              <a:t>Fig.1</a:t>
            </a:r>
            <a:r>
              <a:rPr lang="zh-CN" sz="2000">
                <a:solidFill>
                  <a:srgbClr val="17365D"/>
                </a:solidFill>
                <a:latin typeface="Calibri"/>
                <a:ea typeface="Calibri"/>
                <a:cs typeface="Calibri"/>
                <a:sym typeface="Calibri"/>
              </a:rPr>
              <a:t>) cannot address the information of the interaction dynamically, and it remains challenging considering the complex spatial and temporal dependencies among traffic flows. 	</a:t>
            </a:r>
            <a:endParaRPr sz="2000">
              <a:solidFill>
                <a:srgbClr val="17365D"/>
              </a:solidFill>
              <a:latin typeface="Calibri"/>
              <a:ea typeface="Calibri"/>
              <a:cs typeface="Calibri"/>
              <a:sym typeface="Calibri"/>
            </a:endParaRPr>
          </a:p>
          <a:p>
            <a:pPr marL="0" lvl="0" indent="0" algn="l" rtl="0">
              <a:lnSpc>
                <a:spcPct val="100000"/>
              </a:lnSpc>
              <a:spcBef>
                <a:spcPts val="0"/>
              </a:spcBef>
              <a:spcAft>
                <a:spcPts val="0"/>
              </a:spcAft>
              <a:buNone/>
            </a:pPr>
            <a:endParaRPr sz="2000">
              <a:solidFill>
                <a:srgbClr val="17365D"/>
              </a:solidFill>
              <a:latin typeface="Calibri"/>
              <a:ea typeface="Calibri"/>
              <a:cs typeface="Calibri"/>
              <a:sym typeface="Calibri"/>
            </a:endParaRPr>
          </a:p>
          <a:p>
            <a:pPr marL="0" lvl="0" indent="0" algn="ctr" rtl="0">
              <a:spcBef>
                <a:spcPts val="0"/>
              </a:spcBef>
              <a:spcAft>
                <a:spcPts val="0"/>
              </a:spcAft>
              <a:buNone/>
            </a:pPr>
            <a:r>
              <a:rPr lang="zh-CN" sz="2600" b="1" u="sng">
                <a:solidFill>
                  <a:srgbClr val="17365D"/>
                </a:solidFill>
                <a:latin typeface="Calibri"/>
                <a:ea typeface="Calibri"/>
                <a:cs typeface="Calibri"/>
                <a:sym typeface="Calibri"/>
              </a:rPr>
              <a:t>Problem Statement</a:t>
            </a:r>
            <a:endParaRPr sz="2600" b="1" u="sng">
              <a:solidFill>
                <a:srgbClr val="17365D"/>
              </a:solidFill>
              <a:latin typeface="Calibri"/>
              <a:ea typeface="Calibri"/>
              <a:cs typeface="Calibri"/>
              <a:sym typeface="Calibri"/>
            </a:endParaRPr>
          </a:p>
          <a:p>
            <a:pPr marL="0" lvl="0" indent="0" algn="l" rtl="0">
              <a:spcBef>
                <a:spcPts val="0"/>
              </a:spcBef>
              <a:spcAft>
                <a:spcPts val="0"/>
              </a:spcAft>
              <a:buNone/>
            </a:pPr>
            <a:r>
              <a:rPr lang="zh-CN" sz="2000">
                <a:solidFill>
                  <a:srgbClr val="17365D"/>
                </a:solidFill>
                <a:latin typeface="Calibri"/>
                <a:ea typeface="Calibri"/>
                <a:cs typeface="Calibri"/>
                <a:sym typeface="Calibri"/>
              </a:rPr>
              <a:t>In this project, we combine two powerful models into one integrate framework to perform better prediction capabilities in COVID-19 cases with lower cost. We propose a novel hybrid multi-network based framework named HFSSG capturing geographical and temporal trends and predict the number of cases for a fixed number of days into the future. </a:t>
            </a:r>
            <a:endParaRPr sz="2000">
              <a:solidFill>
                <a:srgbClr val="17365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2000">
              <a:solidFill>
                <a:srgbClr val="17365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500" b="1">
              <a:solidFill>
                <a:srgbClr val="36609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500" b="1">
              <a:solidFill>
                <a:srgbClr val="36609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500" b="1">
              <a:solidFill>
                <a:srgbClr val="36609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500" b="1">
              <a:solidFill>
                <a:srgbClr val="36609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500" b="1">
              <a:solidFill>
                <a:srgbClr val="36609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500" b="1">
              <a:solidFill>
                <a:srgbClr val="36609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500" b="1">
              <a:solidFill>
                <a:srgbClr val="366092"/>
              </a:solidFill>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endParaRPr sz="1500" b="1">
              <a:solidFill>
                <a:srgbClr val="36609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500" b="1">
              <a:solidFill>
                <a:srgbClr val="366092"/>
              </a:solidFill>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r>
              <a:rPr lang="zh-CN" sz="1500" b="1">
                <a:solidFill>
                  <a:srgbClr val="366092"/>
                </a:solidFill>
                <a:latin typeface="Calibri"/>
                <a:ea typeface="Calibri"/>
                <a:cs typeface="Calibri"/>
                <a:sym typeface="Calibri"/>
              </a:rPr>
              <a:t>Fig 2.</a:t>
            </a:r>
            <a:r>
              <a:rPr lang="zh-CN" sz="1500">
                <a:solidFill>
                  <a:srgbClr val="366092"/>
                </a:solidFill>
                <a:latin typeface="Calibri"/>
                <a:ea typeface="Calibri"/>
                <a:cs typeface="Calibri"/>
                <a:sym typeface="Calibri"/>
              </a:rPr>
              <a:t> </a:t>
            </a:r>
            <a:r>
              <a:rPr lang="zh-CN" sz="1500">
                <a:solidFill>
                  <a:srgbClr val="17365D"/>
                </a:solidFill>
                <a:latin typeface="Calibri"/>
                <a:ea typeface="Calibri"/>
                <a:cs typeface="Calibri"/>
                <a:sym typeface="Calibri"/>
              </a:rPr>
              <a:t>The Flowchart of HFSSG framework</a:t>
            </a:r>
            <a:endParaRPr sz="2600" b="1">
              <a:solidFill>
                <a:srgbClr val="17365D"/>
              </a:solidFill>
              <a:latin typeface="Calibri"/>
              <a:ea typeface="Calibri"/>
              <a:cs typeface="Calibri"/>
              <a:sym typeface="Calibri"/>
            </a:endParaRPr>
          </a:p>
          <a:p>
            <a:pPr marL="0" lvl="0" indent="0" algn="ctr" rtl="0">
              <a:spcBef>
                <a:spcPts val="0"/>
              </a:spcBef>
              <a:spcAft>
                <a:spcPts val="0"/>
              </a:spcAft>
              <a:buNone/>
            </a:pPr>
            <a:endParaRPr sz="2600" b="1" u="sng">
              <a:solidFill>
                <a:srgbClr val="17365D"/>
              </a:solidFill>
              <a:latin typeface="Calibri"/>
              <a:ea typeface="Calibri"/>
              <a:cs typeface="Calibri"/>
              <a:sym typeface="Calibri"/>
            </a:endParaRPr>
          </a:p>
          <a:p>
            <a:pPr marL="0" lvl="0" indent="0" algn="ctr" rtl="0">
              <a:spcBef>
                <a:spcPts val="0"/>
              </a:spcBef>
              <a:spcAft>
                <a:spcPts val="0"/>
              </a:spcAft>
              <a:buNone/>
            </a:pPr>
            <a:endParaRPr sz="2600" b="1" u="sng">
              <a:solidFill>
                <a:srgbClr val="17365D"/>
              </a:solidFill>
              <a:latin typeface="Calibri"/>
              <a:ea typeface="Calibri"/>
              <a:cs typeface="Calibri"/>
              <a:sym typeface="Calibri"/>
            </a:endParaRPr>
          </a:p>
          <a:p>
            <a:pPr marL="0" lvl="0" indent="0" algn="ctr" rtl="0">
              <a:spcBef>
                <a:spcPts val="0"/>
              </a:spcBef>
              <a:spcAft>
                <a:spcPts val="0"/>
              </a:spcAft>
              <a:buNone/>
            </a:pPr>
            <a:endParaRPr sz="2000">
              <a:solidFill>
                <a:srgbClr val="17365D"/>
              </a:solidFill>
              <a:latin typeface="Calibri"/>
              <a:ea typeface="Calibri"/>
              <a:cs typeface="Calibri"/>
              <a:sym typeface="Calibri"/>
            </a:endParaRPr>
          </a:p>
          <a:p>
            <a:pPr marL="0" lvl="0" indent="0" algn="ctr" rtl="0">
              <a:spcBef>
                <a:spcPts val="0"/>
              </a:spcBef>
              <a:spcAft>
                <a:spcPts val="0"/>
              </a:spcAft>
              <a:buNone/>
            </a:pPr>
            <a:r>
              <a:rPr lang="zh-CN" sz="2600" b="1" u="sng">
                <a:solidFill>
                  <a:srgbClr val="17365D"/>
                </a:solidFill>
                <a:latin typeface="Calibri"/>
                <a:ea typeface="Calibri"/>
                <a:cs typeface="Calibri"/>
                <a:sym typeface="Calibri"/>
              </a:rPr>
              <a:t> </a:t>
            </a:r>
            <a:endParaRPr/>
          </a:p>
        </p:txBody>
      </p:sp>
      <p:pic>
        <p:nvPicPr>
          <p:cNvPr id="150" name="Google Shape;150;p25"/>
          <p:cNvPicPr preferRelativeResize="0"/>
          <p:nvPr/>
        </p:nvPicPr>
        <p:blipFill rotWithShape="1">
          <a:blip r:embed="rId12">
            <a:alphaModFix/>
          </a:blip>
          <a:srcRect t="1832" r="2695" b="9191"/>
          <a:stretch/>
        </p:blipFill>
        <p:spPr>
          <a:xfrm>
            <a:off x="121225" y="8891125"/>
            <a:ext cx="4636050" cy="2148200"/>
          </a:xfrm>
          <a:prstGeom prst="rect">
            <a:avLst/>
          </a:prstGeom>
          <a:noFill/>
          <a:ln>
            <a:noFill/>
          </a:ln>
        </p:spPr>
      </p:pic>
      <p:pic>
        <p:nvPicPr>
          <p:cNvPr id="151" name="Google Shape;151;p25"/>
          <p:cNvPicPr preferRelativeResize="0"/>
          <p:nvPr/>
        </p:nvPicPr>
        <p:blipFill>
          <a:blip r:embed="rId13">
            <a:alphaModFix/>
          </a:blip>
          <a:stretch>
            <a:fillRect/>
          </a:stretch>
        </p:blipFill>
        <p:spPr>
          <a:xfrm>
            <a:off x="121225" y="17369825"/>
            <a:ext cx="4636051" cy="224158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6"/>
          <p:cNvSpPr txBox="1"/>
          <p:nvPr/>
        </p:nvSpPr>
        <p:spPr>
          <a:xfrm>
            <a:off x="314635" y="4365588"/>
            <a:ext cx="4428000" cy="16243200"/>
          </a:xfrm>
          <a:prstGeom prst="rect">
            <a:avLst/>
          </a:prstGeom>
          <a:blipFill rotWithShape="1">
            <a:blip r:embed="rId3">
              <a:alphaModFix/>
            </a:blip>
            <a:stretch>
              <a:fillRect l="-2448" t="-249" r="-3659"/>
            </a:stretch>
          </a:blipFill>
          <a:ln>
            <a:noFill/>
          </a:ln>
        </p:spPr>
        <p:txBody>
          <a:bodyPr spcFirstLastPara="1" wrap="square" lIns="62700" tIns="31350" rIns="62700" bIns="31350" anchor="t" anchorCtr="0">
            <a:noAutofit/>
          </a:bodyPr>
          <a:lstStyle/>
          <a:p>
            <a:pPr marL="0" marR="0" lvl="0" indent="0" algn="l" rtl="0">
              <a:spcBef>
                <a:spcPts val="0"/>
              </a:spcBef>
              <a:spcAft>
                <a:spcPts val="0"/>
              </a:spcAft>
              <a:buNone/>
            </a:pPr>
            <a:r>
              <a:rPr lang="zh-CN" sz="4200">
                <a:latin typeface="Calibri"/>
                <a:ea typeface="Calibri"/>
                <a:cs typeface="Calibri"/>
                <a:sym typeface="Calibri"/>
              </a:rPr>
              <a:t> </a:t>
            </a:r>
            <a:endParaRPr sz="800"/>
          </a:p>
        </p:txBody>
      </p:sp>
      <p:sp>
        <p:nvSpPr>
          <p:cNvPr id="158" name="Google Shape;158;p26"/>
          <p:cNvSpPr txBox="1"/>
          <p:nvPr/>
        </p:nvSpPr>
        <p:spPr>
          <a:xfrm>
            <a:off x="368950" y="1872125"/>
            <a:ext cx="14020200" cy="2239500"/>
          </a:xfrm>
          <a:prstGeom prst="rect">
            <a:avLst/>
          </a:prstGeom>
          <a:solidFill>
            <a:schemeClr val="lt1"/>
          </a:solidFill>
          <a:ln w="25400" cap="flat" cmpd="sng">
            <a:solidFill>
              <a:srgbClr val="366092"/>
            </a:solidFill>
            <a:prstDash val="solid"/>
            <a:round/>
            <a:headEnd type="none" w="sm" len="sm"/>
            <a:tailEnd type="none" w="sm" len="sm"/>
          </a:ln>
        </p:spPr>
        <p:txBody>
          <a:bodyPr spcFirstLastPara="1" wrap="square" lIns="211700" tIns="105850" rIns="211700" bIns="105850" anchor="t" anchorCtr="0">
            <a:noAutofit/>
          </a:bodyPr>
          <a:lstStyle/>
          <a:p>
            <a:pPr marL="0" marR="0" lvl="0" indent="0" algn="l" rtl="0">
              <a:spcBef>
                <a:spcPts val="0"/>
              </a:spcBef>
              <a:spcAft>
                <a:spcPts val="0"/>
              </a:spcAft>
              <a:buNone/>
            </a:pPr>
            <a:endParaRPr sz="3000" b="0" i="0" u="none" strike="noStrike" cap="none">
              <a:solidFill>
                <a:srgbClr val="17365D"/>
              </a:solidFill>
              <a:latin typeface="Calibri"/>
              <a:ea typeface="Calibri"/>
              <a:cs typeface="Calibri"/>
              <a:sym typeface="Calibri"/>
            </a:endParaRPr>
          </a:p>
        </p:txBody>
      </p:sp>
      <p:sp>
        <p:nvSpPr>
          <p:cNvPr id="159" name="Google Shape;159;p26"/>
          <p:cNvSpPr/>
          <p:nvPr/>
        </p:nvSpPr>
        <p:spPr>
          <a:xfrm>
            <a:off x="0" y="1656127"/>
            <a:ext cx="14760000" cy="100800"/>
          </a:xfrm>
          <a:prstGeom prst="rect">
            <a:avLst/>
          </a:prstGeom>
          <a:solidFill>
            <a:srgbClr val="17365D"/>
          </a:solidFill>
          <a:ln>
            <a:noFill/>
          </a:ln>
          <a:effectLst>
            <a:outerShdw blurRad="40000" dist="23000" dir="5400000" rotWithShape="0">
              <a:srgbClr val="000000">
                <a:alpha val="34900"/>
              </a:srgbClr>
            </a:outerShdw>
          </a:effectLst>
        </p:spPr>
        <p:txBody>
          <a:bodyPr spcFirstLastPara="1" wrap="square" lIns="202100" tIns="101050" rIns="202100" bIns="101050" anchor="t" anchorCtr="0">
            <a:noAutofit/>
          </a:bodyPr>
          <a:lstStyle/>
          <a:p>
            <a:pPr marL="0" marR="0" lvl="0" indent="0" algn="l" rtl="0">
              <a:spcBef>
                <a:spcPts val="0"/>
              </a:spcBef>
              <a:spcAft>
                <a:spcPts val="0"/>
              </a:spcAft>
              <a:buNone/>
            </a:pPr>
            <a:endParaRPr sz="4200">
              <a:solidFill>
                <a:schemeClr val="dk1"/>
              </a:solidFill>
              <a:latin typeface="Arial"/>
              <a:ea typeface="Arial"/>
              <a:cs typeface="Arial"/>
              <a:sym typeface="Arial"/>
            </a:endParaRPr>
          </a:p>
        </p:txBody>
      </p:sp>
      <p:pic>
        <p:nvPicPr>
          <p:cNvPr id="160" name="Google Shape;160;p26"/>
          <p:cNvPicPr preferRelativeResize="0"/>
          <p:nvPr/>
        </p:nvPicPr>
        <p:blipFill rotWithShape="1">
          <a:blip r:embed="rId4">
            <a:alphaModFix/>
          </a:blip>
          <a:srcRect/>
          <a:stretch/>
        </p:blipFill>
        <p:spPr>
          <a:xfrm>
            <a:off x="-93367" y="20687862"/>
            <a:ext cx="1819566" cy="21416"/>
          </a:xfrm>
          <a:prstGeom prst="rect">
            <a:avLst/>
          </a:prstGeom>
          <a:noFill/>
          <a:ln>
            <a:noFill/>
          </a:ln>
        </p:spPr>
      </p:pic>
      <p:sp>
        <p:nvSpPr>
          <p:cNvPr id="161" name="Google Shape;161;p26"/>
          <p:cNvSpPr txBox="1"/>
          <p:nvPr/>
        </p:nvSpPr>
        <p:spPr>
          <a:xfrm>
            <a:off x="4796400" y="243629"/>
            <a:ext cx="9612600" cy="1190700"/>
          </a:xfrm>
          <a:prstGeom prst="rect">
            <a:avLst/>
          </a:prstGeom>
          <a:solidFill>
            <a:schemeClr val="lt1"/>
          </a:solidFill>
          <a:ln>
            <a:noFill/>
          </a:ln>
        </p:spPr>
        <p:txBody>
          <a:bodyPr spcFirstLastPara="1" wrap="square" lIns="62700" tIns="31350" rIns="62700" bIns="31350" anchor="t" anchorCtr="0">
            <a:noAutofit/>
          </a:bodyPr>
          <a:lstStyle/>
          <a:p>
            <a:pPr marL="0" marR="0" lvl="0" indent="0" algn="r" rtl="0">
              <a:spcBef>
                <a:spcPts val="0"/>
              </a:spcBef>
              <a:spcAft>
                <a:spcPts val="0"/>
              </a:spcAft>
              <a:buNone/>
            </a:pPr>
            <a:r>
              <a:rPr lang="zh-CN" sz="3800" b="1">
                <a:solidFill>
                  <a:srgbClr val="17365D"/>
                </a:solidFill>
                <a:latin typeface="Times New Roman"/>
                <a:ea typeface="Times New Roman"/>
                <a:cs typeface="Times New Roman"/>
                <a:sym typeface="Times New Roman"/>
              </a:rPr>
              <a:t>VE444 • Networks</a:t>
            </a:r>
            <a:endParaRPr sz="800"/>
          </a:p>
          <a:p>
            <a:pPr marL="0" marR="0" lvl="0" indent="0" algn="r" rtl="0">
              <a:spcBef>
                <a:spcPts val="0"/>
              </a:spcBef>
              <a:spcAft>
                <a:spcPts val="0"/>
              </a:spcAft>
              <a:buNone/>
            </a:pPr>
            <a:r>
              <a:rPr lang="zh-CN" sz="3800" b="1">
                <a:solidFill>
                  <a:srgbClr val="17365D"/>
                </a:solidFill>
                <a:latin typeface="Times New Roman"/>
                <a:ea typeface="Times New Roman"/>
                <a:cs typeface="Times New Roman"/>
                <a:sym typeface="Times New Roman"/>
              </a:rPr>
              <a:t>Group# Course Project</a:t>
            </a:r>
            <a:endParaRPr sz="3800" b="1">
              <a:solidFill>
                <a:srgbClr val="17365D"/>
              </a:solidFill>
              <a:latin typeface="Times New Roman"/>
              <a:ea typeface="Times New Roman"/>
              <a:cs typeface="Times New Roman"/>
              <a:sym typeface="Times New Roman"/>
            </a:endParaRPr>
          </a:p>
        </p:txBody>
      </p:sp>
      <p:sp>
        <p:nvSpPr>
          <p:cNvPr id="162" name="Google Shape;162;p26"/>
          <p:cNvSpPr txBox="1">
            <a:spLocks noGrp="1"/>
          </p:cNvSpPr>
          <p:nvPr>
            <p:ph type="ftr" idx="11"/>
          </p:nvPr>
        </p:nvSpPr>
        <p:spPr>
          <a:xfrm>
            <a:off x="368954" y="20831861"/>
            <a:ext cx="14020200" cy="586200"/>
          </a:xfrm>
          <a:prstGeom prst="rect">
            <a:avLst/>
          </a:prstGeom>
          <a:noFill/>
          <a:ln>
            <a:noFill/>
          </a:ln>
        </p:spPr>
        <p:txBody>
          <a:bodyPr spcFirstLastPara="1" wrap="square" lIns="211700" tIns="105850" rIns="211700" bIns="105850" anchor="ctr" anchorCtr="0">
            <a:noAutofit/>
          </a:bodyPr>
          <a:lstStyle/>
          <a:p>
            <a:pPr marL="0" lvl="0" indent="0" algn="ctr" rtl="0">
              <a:spcBef>
                <a:spcPts val="0"/>
              </a:spcBef>
              <a:spcAft>
                <a:spcPts val="0"/>
              </a:spcAft>
              <a:buNone/>
            </a:pPr>
            <a:r>
              <a:rPr lang="zh-CN" sz="2000">
                <a:solidFill>
                  <a:srgbClr val="17365D"/>
                </a:solidFill>
                <a:latin typeface="Times New Roman"/>
                <a:ea typeface="Times New Roman"/>
                <a:cs typeface="Times New Roman"/>
                <a:sym typeface="Times New Roman"/>
              </a:rPr>
              <a:t>University of Michigan - Shanghai Jiao Tong University Joint Institute</a:t>
            </a:r>
            <a:endParaRPr sz="800"/>
          </a:p>
        </p:txBody>
      </p:sp>
      <p:sp>
        <p:nvSpPr>
          <p:cNvPr id="163" name="Google Shape;163;p26"/>
          <p:cNvSpPr txBox="1"/>
          <p:nvPr/>
        </p:nvSpPr>
        <p:spPr>
          <a:xfrm>
            <a:off x="9884046" y="4365587"/>
            <a:ext cx="4433400" cy="16243200"/>
          </a:xfrm>
          <a:prstGeom prst="rect">
            <a:avLst/>
          </a:prstGeom>
          <a:solidFill>
            <a:schemeClr val="lt1"/>
          </a:solidFill>
          <a:ln>
            <a:noFill/>
          </a:ln>
        </p:spPr>
        <p:txBody>
          <a:bodyPr spcFirstLastPara="1" wrap="square" lIns="62700" tIns="61750" rIns="62700" bIns="61750" anchor="t" anchorCtr="0">
            <a:noAutofit/>
          </a:bodyPr>
          <a:lstStyle/>
          <a:p>
            <a:pPr marL="0" marR="0" lvl="0" indent="0" algn="ctr" rtl="0">
              <a:spcBef>
                <a:spcPts val="0"/>
              </a:spcBef>
              <a:spcAft>
                <a:spcPts val="0"/>
              </a:spcAft>
              <a:buNone/>
            </a:pPr>
            <a:r>
              <a:rPr lang="zh-CN" sz="2600" b="1" u="sng">
                <a:solidFill>
                  <a:srgbClr val="17365D"/>
                </a:solidFill>
                <a:latin typeface="Calibri"/>
                <a:ea typeface="Calibri"/>
                <a:cs typeface="Calibri"/>
                <a:sym typeface="Calibri"/>
              </a:rPr>
              <a:t>Results</a:t>
            </a:r>
            <a:endParaRPr sz="800"/>
          </a:p>
          <a:p>
            <a:pPr marL="0" marR="0" lvl="0" indent="0" algn="l" rtl="0">
              <a:spcBef>
                <a:spcPts val="0"/>
              </a:spcBef>
              <a:spcAft>
                <a:spcPts val="0"/>
              </a:spcAft>
              <a:buNone/>
            </a:pPr>
            <a:r>
              <a:rPr lang="zh-CN" sz="2000" i="1">
                <a:solidFill>
                  <a:srgbClr val="17365D"/>
                </a:solidFill>
                <a:latin typeface="Calibri"/>
                <a:ea typeface="Calibri"/>
                <a:cs typeface="Calibri"/>
                <a:sym typeface="Calibri"/>
              </a:rPr>
              <a:t>Dataset description:</a:t>
            </a:r>
            <a:endParaRPr sz="800"/>
          </a:p>
          <a:p>
            <a:pPr marL="0" marR="0" lvl="0" indent="0" algn="l" rtl="0">
              <a:spcBef>
                <a:spcPts val="0"/>
              </a:spcBef>
              <a:spcAft>
                <a:spcPts val="0"/>
              </a:spcAft>
              <a:buNone/>
            </a:pPr>
            <a:r>
              <a:rPr lang="zh-CN" sz="2000">
                <a:solidFill>
                  <a:srgbClr val="17365D"/>
                </a:solidFill>
                <a:latin typeface="Calibri"/>
                <a:ea typeface="Calibri"/>
                <a:cs typeface="Calibri"/>
                <a:sym typeface="Calibri"/>
              </a:rPr>
              <a:t>Use words or tables to summarize the basic statistics of your dataset. Source. Size. Diameter. Average degree, etc.</a:t>
            </a:r>
            <a:endParaRPr sz="800"/>
          </a:p>
          <a:p>
            <a:pPr marL="0" marR="0" lvl="0" indent="0" algn="l" rtl="0">
              <a:spcBef>
                <a:spcPts val="0"/>
              </a:spcBef>
              <a:spcAft>
                <a:spcPts val="0"/>
              </a:spcAft>
              <a:buNone/>
            </a:pPr>
            <a:r>
              <a:rPr lang="zh-CN" sz="2000">
                <a:solidFill>
                  <a:srgbClr val="17365D"/>
                </a:solidFill>
                <a:latin typeface="Calibri"/>
                <a:ea typeface="Calibri"/>
                <a:cs typeface="Calibri"/>
                <a:sym typeface="Calibri"/>
              </a:rPr>
              <a:t>You can also visualize your network using graphs.</a:t>
            </a:r>
            <a:endParaRPr sz="800"/>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0"/>
              </a:spcBef>
              <a:spcAft>
                <a:spcPts val="0"/>
              </a:spcAft>
              <a:buNone/>
            </a:pPr>
            <a:r>
              <a:rPr lang="zh-CN" sz="2000">
                <a:solidFill>
                  <a:srgbClr val="17365D"/>
                </a:solidFill>
                <a:latin typeface="Calibri"/>
                <a:ea typeface="Calibri"/>
                <a:cs typeface="Calibri"/>
                <a:sym typeface="Calibri"/>
              </a:rPr>
              <a:t>Compared approaches:</a:t>
            </a:r>
            <a:endParaRPr sz="800"/>
          </a:p>
          <a:p>
            <a:pPr marL="330200" marR="0" lvl="0" indent="-355600" algn="l" rtl="0">
              <a:spcBef>
                <a:spcPts val="0"/>
              </a:spcBef>
              <a:spcAft>
                <a:spcPts val="0"/>
              </a:spcAft>
              <a:buClr>
                <a:srgbClr val="17365D"/>
              </a:buClr>
              <a:buSzPts val="2000"/>
              <a:buFont typeface="Arial"/>
              <a:buChar char="•"/>
            </a:pPr>
            <a:r>
              <a:rPr lang="zh-CN" sz="2000">
                <a:solidFill>
                  <a:srgbClr val="17365D"/>
                </a:solidFill>
                <a:latin typeface="Calibri"/>
                <a:ea typeface="Calibri"/>
                <a:cs typeface="Calibri"/>
                <a:sym typeface="Calibri"/>
              </a:rPr>
              <a:t>Approach 1: Briefly describe this approach</a:t>
            </a:r>
            <a:endParaRPr sz="800"/>
          </a:p>
          <a:p>
            <a:pPr marL="330200" marR="0" lvl="0" indent="-355600" algn="l" rtl="0">
              <a:spcBef>
                <a:spcPts val="0"/>
              </a:spcBef>
              <a:spcAft>
                <a:spcPts val="0"/>
              </a:spcAft>
              <a:buClr>
                <a:srgbClr val="17365D"/>
              </a:buClr>
              <a:buSzPts val="2000"/>
              <a:buFont typeface="Arial"/>
              <a:buChar char="•"/>
            </a:pPr>
            <a:r>
              <a:rPr lang="zh-CN" sz="2000">
                <a:solidFill>
                  <a:srgbClr val="17365D"/>
                </a:solidFill>
                <a:latin typeface="Calibri"/>
                <a:ea typeface="Calibri"/>
                <a:cs typeface="Calibri"/>
                <a:sym typeface="Calibri"/>
              </a:rPr>
              <a:t>Approach 2:Briefly describe this approach</a:t>
            </a:r>
            <a:endParaRPr sz="800"/>
          </a:p>
          <a:p>
            <a:pPr marL="0" marR="0" lvl="0" indent="0" algn="l" rtl="0">
              <a:spcBef>
                <a:spcPts val="0"/>
              </a:spcBef>
              <a:spcAft>
                <a:spcPts val="0"/>
              </a:spcAft>
              <a:buNone/>
            </a:pPr>
            <a:endParaRPr sz="2000" i="1">
              <a:solidFill>
                <a:srgbClr val="17365D"/>
              </a:solidFill>
              <a:latin typeface="Calibri"/>
              <a:ea typeface="Calibri"/>
              <a:cs typeface="Calibri"/>
              <a:sym typeface="Calibri"/>
            </a:endParaRPr>
          </a:p>
          <a:p>
            <a:pPr marL="0" marR="0" lvl="0" indent="0" algn="l" rtl="0">
              <a:spcBef>
                <a:spcPts val="0"/>
              </a:spcBef>
              <a:spcAft>
                <a:spcPts val="0"/>
              </a:spcAft>
              <a:buNone/>
            </a:pPr>
            <a:r>
              <a:rPr lang="zh-CN" sz="2000" i="1">
                <a:solidFill>
                  <a:srgbClr val="17365D"/>
                </a:solidFill>
                <a:latin typeface="Calibri"/>
                <a:ea typeface="Calibri"/>
                <a:cs typeface="Calibri"/>
                <a:sym typeface="Calibri"/>
              </a:rPr>
              <a:t>Evaluation results:       </a:t>
            </a:r>
            <a:endParaRPr sz="2000" i="1">
              <a:solidFill>
                <a:srgbClr val="17365D"/>
              </a:solidFill>
              <a:latin typeface="Calibri"/>
              <a:ea typeface="Calibri"/>
              <a:cs typeface="Calibri"/>
              <a:sym typeface="Calibri"/>
            </a:endParaRPr>
          </a:p>
          <a:p>
            <a:pPr marL="0" marR="0" lvl="0" indent="0" algn="l" rtl="0">
              <a:spcBef>
                <a:spcPts val="0"/>
              </a:spcBef>
              <a:spcAft>
                <a:spcPts val="0"/>
              </a:spcAft>
              <a:buNone/>
            </a:pPr>
            <a:r>
              <a:rPr lang="zh-CN" sz="2000" b="1">
                <a:solidFill>
                  <a:srgbClr val="17365D"/>
                </a:solidFill>
                <a:latin typeface="Calibri"/>
                <a:ea typeface="Calibri"/>
                <a:cs typeface="Calibri"/>
                <a:sym typeface="Calibri"/>
              </a:rPr>
              <a:t>Reassignment counts</a:t>
            </a:r>
            <a:endParaRPr sz="800"/>
          </a:p>
          <a:p>
            <a:pPr marL="0" marR="0" lvl="0" indent="0" algn="l" rtl="0">
              <a:spcBef>
                <a:spcPts val="0"/>
              </a:spcBef>
              <a:spcAft>
                <a:spcPts val="0"/>
              </a:spcAft>
              <a:buNone/>
            </a:pPr>
            <a:endParaRPr sz="2000" b="1">
              <a:solidFill>
                <a:srgbClr val="17365D"/>
              </a:solidFill>
              <a:latin typeface="Calibri"/>
              <a:ea typeface="Calibri"/>
              <a:cs typeface="Calibri"/>
              <a:sym typeface="Calibri"/>
            </a:endParaRPr>
          </a:p>
          <a:p>
            <a:pPr marL="0" marR="0" lvl="0" indent="0" algn="ctr" rtl="0">
              <a:spcBef>
                <a:spcPts val="0"/>
              </a:spcBef>
              <a:spcAft>
                <a:spcPts val="0"/>
              </a:spcAft>
              <a:buNone/>
            </a:pPr>
            <a:endParaRPr sz="2600" b="1" u="sng">
              <a:solidFill>
                <a:srgbClr val="17365D"/>
              </a:solidFill>
              <a:latin typeface="Calibri"/>
              <a:ea typeface="Calibri"/>
              <a:cs typeface="Calibri"/>
              <a:sym typeface="Calibri"/>
            </a:endParaRPr>
          </a:p>
          <a:p>
            <a:pPr marL="0" marR="0" lvl="0" indent="0" algn="ctr" rtl="0">
              <a:spcBef>
                <a:spcPts val="0"/>
              </a:spcBef>
              <a:spcAft>
                <a:spcPts val="0"/>
              </a:spcAft>
              <a:buNone/>
            </a:pPr>
            <a:endParaRPr sz="2600" b="1" u="sng">
              <a:solidFill>
                <a:srgbClr val="17365D"/>
              </a:solidFill>
              <a:latin typeface="Calibri"/>
              <a:ea typeface="Calibri"/>
              <a:cs typeface="Calibri"/>
              <a:sym typeface="Calibri"/>
            </a:endParaRPr>
          </a:p>
          <a:p>
            <a:pPr marL="0" marR="0" lvl="0" indent="0" algn="ctr" rtl="0">
              <a:spcBef>
                <a:spcPts val="0"/>
              </a:spcBef>
              <a:spcAft>
                <a:spcPts val="0"/>
              </a:spcAft>
              <a:buNone/>
            </a:pPr>
            <a:endParaRPr sz="2600" b="1" u="sng">
              <a:solidFill>
                <a:srgbClr val="17365D"/>
              </a:solidFill>
              <a:latin typeface="Calibri"/>
              <a:ea typeface="Calibri"/>
              <a:cs typeface="Calibri"/>
              <a:sym typeface="Calibri"/>
            </a:endParaRPr>
          </a:p>
          <a:p>
            <a:pPr marL="0" marR="0" lvl="0" indent="0" algn="ctr" rtl="0">
              <a:spcBef>
                <a:spcPts val="0"/>
              </a:spcBef>
              <a:spcAft>
                <a:spcPts val="0"/>
              </a:spcAft>
              <a:buNone/>
            </a:pPr>
            <a:endParaRPr sz="2600" b="1" u="sng">
              <a:solidFill>
                <a:srgbClr val="17365D"/>
              </a:solidFill>
              <a:latin typeface="Calibri"/>
              <a:ea typeface="Calibri"/>
              <a:cs typeface="Calibri"/>
              <a:sym typeface="Calibri"/>
            </a:endParaRPr>
          </a:p>
          <a:p>
            <a:pPr marL="0" marR="0" lvl="0" indent="0" algn="ctr" rtl="0">
              <a:spcBef>
                <a:spcPts val="0"/>
              </a:spcBef>
              <a:spcAft>
                <a:spcPts val="0"/>
              </a:spcAft>
              <a:buNone/>
            </a:pPr>
            <a:endParaRPr sz="2600" b="1" u="sng">
              <a:solidFill>
                <a:srgbClr val="17365D"/>
              </a:solidFill>
              <a:latin typeface="Calibri"/>
              <a:ea typeface="Calibri"/>
              <a:cs typeface="Calibri"/>
              <a:sym typeface="Calibri"/>
            </a:endParaRPr>
          </a:p>
          <a:p>
            <a:pPr marL="0" marR="0" lvl="0" indent="0" algn="ctr" rtl="0">
              <a:spcBef>
                <a:spcPts val="0"/>
              </a:spcBef>
              <a:spcAft>
                <a:spcPts val="0"/>
              </a:spcAft>
              <a:buNone/>
            </a:pPr>
            <a:endParaRPr sz="2600" b="1" u="sng">
              <a:solidFill>
                <a:srgbClr val="17365D"/>
              </a:solidFill>
              <a:latin typeface="Calibri"/>
              <a:ea typeface="Calibri"/>
              <a:cs typeface="Calibri"/>
              <a:sym typeface="Calibri"/>
            </a:endParaRPr>
          </a:p>
          <a:p>
            <a:pPr marL="0" marR="0" lvl="0" indent="0" algn="l" rtl="0">
              <a:spcBef>
                <a:spcPts val="0"/>
              </a:spcBef>
              <a:spcAft>
                <a:spcPts val="0"/>
              </a:spcAft>
              <a:buNone/>
            </a:pPr>
            <a:r>
              <a:rPr lang="zh-CN" sz="2000" b="1">
                <a:solidFill>
                  <a:srgbClr val="17365D"/>
                </a:solidFill>
                <a:latin typeface="Calibri"/>
                <a:ea typeface="Calibri"/>
                <a:cs typeface="Calibri"/>
                <a:sym typeface="Calibri"/>
              </a:rPr>
              <a:t>Service cost comparison</a:t>
            </a:r>
            <a:endParaRPr sz="800"/>
          </a:p>
          <a:p>
            <a:pPr marL="0" marR="0" lvl="0" indent="0" algn="l" rtl="0">
              <a:spcBef>
                <a:spcPts val="0"/>
              </a:spcBef>
              <a:spcAft>
                <a:spcPts val="0"/>
              </a:spcAft>
              <a:buNone/>
            </a:pPr>
            <a:endParaRPr sz="2000" b="1">
              <a:solidFill>
                <a:srgbClr val="17365D"/>
              </a:solidFill>
              <a:latin typeface="Calibri"/>
              <a:ea typeface="Calibri"/>
              <a:cs typeface="Calibri"/>
              <a:sym typeface="Calibri"/>
            </a:endParaRPr>
          </a:p>
          <a:p>
            <a:pPr marL="0" marR="0" lvl="0" indent="0" algn="ctr" rtl="0">
              <a:spcBef>
                <a:spcPts val="0"/>
              </a:spcBef>
              <a:spcAft>
                <a:spcPts val="0"/>
              </a:spcAft>
              <a:buNone/>
            </a:pPr>
            <a:endParaRPr sz="2600" b="1" u="sng">
              <a:solidFill>
                <a:srgbClr val="17365D"/>
              </a:solidFill>
              <a:latin typeface="Calibri"/>
              <a:ea typeface="Calibri"/>
              <a:cs typeface="Calibri"/>
              <a:sym typeface="Calibri"/>
            </a:endParaRPr>
          </a:p>
          <a:p>
            <a:pPr marL="0" marR="0" lvl="0" indent="0" algn="ctr" rtl="0">
              <a:spcBef>
                <a:spcPts val="0"/>
              </a:spcBef>
              <a:spcAft>
                <a:spcPts val="0"/>
              </a:spcAft>
              <a:buNone/>
            </a:pPr>
            <a:endParaRPr sz="2600" b="1" u="sng">
              <a:solidFill>
                <a:srgbClr val="17365D"/>
              </a:solidFill>
              <a:latin typeface="Calibri"/>
              <a:ea typeface="Calibri"/>
              <a:cs typeface="Calibri"/>
              <a:sym typeface="Calibri"/>
            </a:endParaRPr>
          </a:p>
          <a:p>
            <a:pPr marL="0" marR="0" lvl="0" indent="0" algn="ctr" rtl="0">
              <a:spcBef>
                <a:spcPts val="0"/>
              </a:spcBef>
              <a:spcAft>
                <a:spcPts val="0"/>
              </a:spcAft>
              <a:buNone/>
            </a:pPr>
            <a:endParaRPr sz="2600" b="1" u="sng">
              <a:solidFill>
                <a:srgbClr val="17365D"/>
              </a:solidFill>
              <a:latin typeface="Calibri"/>
              <a:ea typeface="Calibri"/>
              <a:cs typeface="Calibri"/>
              <a:sym typeface="Calibri"/>
            </a:endParaRPr>
          </a:p>
          <a:p>
            <a:pPr marL="0" marR="0" lvl="0" indent="0" algn="ctr" rtl="0">
              <a:spcBef>
                <a:spcPts val="0"/>
              </a:spcBef>
              <a:spcAft>
                <a:spcPts val="0"/>
              </a:spcAft>
              <a:buNone/>
            </a:pPr>
            <a:endParaRPr sz="2600" b="1" u="sng">
              <a:solidFill>
                <a:srgbClr val="17365D"/>
              </a:solidFill>
              <a:latin typeface="Calibri"/>
              <a:ea typeface="Calibri"/>
              <a:cs typeface="Calibri"/>
              <a:sym typeface="Calibri"/>
            </a:endParaRPr>
          </a:p>
          <a:p>
            <a:pPr marL="0" marR="0" lvl="0" indent="0" algn="ctr" rtl="0">
              <a:spcBef>
                <a:spcPts val="0"/>
              </a:spcBef>
              <a:spcAft>
                <a:spcPts val="0"/>
              </a:spcAft>
              <a:buNone/>
            </a:pPr>
            <a:endParaRPr sz="2600" b="1" u="sng">
              <a:solidFill>
                <a:srgbClr val="17365D"/>
              </a:solidFill>
              <a:latin typeface="Calibri"/>
              <a:ea typeface="Calibri"/>
              <a:cs typeface="Calibri"/>
              <a:sym typeface="Calibri"/>
            </a:endParaRPr>
          </a:p>
          <a:p>
            <a:pPr marL="0" marR="0" lvl="0" indent="0" algn="ctr" rtl="0">
              <a:spcBef>
                <a:spcPts val="0"/>
              </a:spcBef>
              <a:spcAft>
                <a:spcPts val="0"/>
              </a:spcAft>
              <a:buNone/>
            </a:pPr>
            <a:endParaRPr sz="2600" b="1" u="sng">
              <a:solidFill>
                <a:srgbClr val="17365D"/>
              </a:solidFill>
              <a:latin typeface="Calibri"/>
              <a:ea typeface="Calibri"/>
              <a:cs typeface="Calibri"/>
              <a:sym typeface="Calibri"/>
            </a:endParaRPr>
          </a:p>
          <a:p>
            <a:pPr marL="381000" marR="0" lvl="0" indent="-406400" algn="l" rtl="0">
              <a:spcBef>
                <a:spcPts val="0"/>
              </a:spcBef>
              <a:spcAft>
                <a:spcPts val="0"/>
              </a:spcAft>
              <a:buClr>
                <a:srgbClr val="17365D"/>
              </a:buClr>
              <a:buSzPts val="2000"/>
              <a:buFont typeface="Arial"/>
              <a:buChar char="•"/>
            </a:pPr>
            <a:r>
              <a:rPr lang="zh-CN" sz="2000">
                <a:solidFill>
                  <a:srgbClr val="17365D"/>
                </a:solidFill>
                <a:latin typeface="Calibri"/>
                <a:ea typeface="Calibri"/>
                <a:cs typeface="Calibri"/>
                <a:sym typeface="Calibri"/>
              </a:rPr>
              <a:t>Summarize your presented results in words here.</a:t>
            </a:r>
            <a:endParaRPr sz="800"/>
          </a:p>
          <a:p>
            <a:pPr marL="381000" marR="0" lvl="0" indent="-406400" algn="l" rtl="0">
              <a:spcBef>
                <a:spcPts val="0"/>
              </a:spcBef>
              <a:spcAft>
                <a:spcPts val="0"/>
              </a:spcAft>
              <a:buClr>
                <a:srgbClr val="17365D"/>
              </a:buClr>
              <a:buSzPts val="2000"/>
              <a:buFont typeface="Arial"/>
              <a:buChar char="•"/>
            </a:pPr>
            <a:r>
              <a:rPr lang="zh-CN" sz="2000">
                <a:solidFill>
                  <a:srgbClr val="17365D"/>
                </a:solidFill>
                <a:latin typeface="Calibri"/>
                <a:ea typeface="Calibri"/>
                <a:cs typeface="Calibri"/>
                <a:sym typeface="Calibri"/>
              </a:rPr>
              <a:t>Any interesting findings 1</a:t>
            </a:r>
            <a:endParaRPr sz="800"/>
          </a:p>
          <a:p>
            <a:pPr marL="381000" marR="0" lvl="0" indent="-406400" algn="l" rtl="0">
              <a:spcBef>
                <a:spcPts val="0"/>
              </a:spcBef>
              <a:spcAft>
                <a:spcPts val="0"/>
              </a:spcAft>
              <a:buClr>
                <a:srgbClr val="17365D"/>
              </a:buClr>
              <a:buSzPts val="2000"/>
              <a:buFont typeface="Arial"/>
              <a:buChar char="•"/>
            </a:pPr>
            <a:r>
              <a:rPr lang="zh-CN" sz="2000">
                <a:solidFill>
                  <a:srgbClr val="17365D"/>
                </a:solidFill>
                <a:latin typeface="Calibri"/>
                <a:ea typeface="Calibri"/>
                <a:cs typeface="Calibri"/>
                <a:sym typeface="Calibri"/>
              </a:rPr>
              <a:t>Any interesting finding 2</a:t>
            </a:r>
            <a:endParaRPr sz="2600">
              <a:solidFill>
                <a:srgbClr val="17365D"/>
              </a:solidFill>
              <a:latin typeface="Calibri"/>
              <a:ea typeface="Calibri"/>
              <a:cs typeface="Calibri"/>
              <a:sym typeface="Calibri"/>
            </a:endParaRPr>
          </a:p>
          <a:p>
            <a:pPr marL="0" marR="0" lvl="0" indent="0" algn="ctr" rtl="0">
              <a:spcBef>
                <a:spcPts val="0"/>
              </a:spcBef>
              <a:spcAft>
                <a:spcPts val="0"/>
              </a:spcAft>
              <a:buNone/>
            </a:pPr>
            <a:r>
              <a:rPr lang="zh-CN" sz="2600" b="1" u="sng">
                <a:solidFill>
                  <a:srgbClr val="17365D"/>
                </a:solidFill>
                <a:latin typeface="Calibri"/>
                <a:ea typeface="Calibri"/>
                <a:cs typeface="Calibri"/>
                <a:sym typeface="Calibri"/>
              </a:rPr>
              <a:t>References</a:t>
            </a:r>
            <a:endParaRPr sz="3400" b="1" u="sng">
              <a:solidFill>
                <a:srgbClr val="17365D"/>
              </a:solidFill>
              <a:latin typeface="Calibri"/>
              <a:ea typeface="Calibri"/>
              <a:cs typeface="Calibri"/>
              <a:sym typeface="Calibri"/>
            </a:endParaRPr>
          </a:p>
          <a:p>
            <a:pPr marL="533400" marR="0" lvl="0" indent="-558800" algn="l" rtl="0">
              <a:spcBef>
                <a:spcPts val="0"/>
              </a:spcBef>
              <a:spcAft>
                <a:spcPts val="0"/>
              </a:spcAft>
              <a:buClr>
                <a:srgbClr val="17365D"/>
              </a:buClr>
              <a:buSzPts val="2000"/>
              <a:buFont typeface="Calibri"/>
              <a:buAutoNum type="arabicPeriod"/>
            </a:pPr>
            <a:r>
              <a:rPr lang="zh-CN" sz="2000">
                <a:solidFill>
                  <a:srgbClr val="17365D"/>
                </a:solidFill>
                <a:latin typeface="Calibri"/>
                <a:ea typeface="Calibri"/>
                <a:cs typeface="Calibri"/>
                <a:sym typeface="Calibri"/>
              </a:rPr>
              <a:t>At most 3 references</a:t>
            </a:r>
            <a:endParaRPr sz="800"/>
          </a:p>
          <a:p>
            <a:pPr marL="533400" marR="0" lvl="0" indent="-558800" algn="l" rtl="0">
              <a:spcBef>
                <a:spcPts val="0"/>
              </a:spcBef>
              <a:spcAft>
                <a:spcPts val="0"/>
              </a:spcAft>
              <a:buClr>
                <a:srgbClr val="17365D"/>
              </a:buClr>
              <a:buSzPts val="2000"/>
              <a:buFont typeface="Calibri"/>
              <a:buAutoNum type="arabicPeriod"/>
            </a:pPr>
            <a:r>
              <a:rPr lang="zh-CN" sz="2000">
                <a:solidFill>
                  <a:srgbClr val="17365D"/>
                </a:solidFill>
                <a:latin typeface="Calibri"/>
                <a:ea typeface="Calibri"/>
                <a:cs typeface="Calibri"/>
                <a:sym typeface="Calibri"/>
              </a:rPr>
              <a:t>Reference1</a:t>
            </a:r>
            <a:endParaRPr sz="800"/>
          </a:p>
          <a:p>
            <a:pPr marL="533400" marR="0" lvl="0" indent="-558800" algn="l" rtl="0">
              <a:spcBef>
                <a:spcPts val="0"/>
              </a:spcBef>
              <a:spcAft>
                <a:spcPts val="0"/>
              </a:spcAft>
              <a:buClr>
                <a:srgbClr val="17365D"/>
              </a:buClr>
              <a:buSzPts val="2000"/>
              <a:buFont typeface="Calibri"/>
              <a:buAutoNum type="arabicPeriod"/>
            </a:pPr>
            <a:r>
              <a:rPr lang="zh-CN" sz="2000">
                <a:solidFill>
                  <a:srgbClr val="17365D"/>
                </a:solidFill>
                <a:latin typeface="Calibri"/>
                <a:ea typeface="Calibri"/>
                <a:cs typeface="Calibri"/>
                <a:sym typeface="Calibri"/>
              </a:rPr>
              <a:t>Reference2</a:t>
            </a:r>
            <a:endParaRPr sz="2000">
              <a:solidFill>
                <a:srgbClr val="17365D"/>
              </a:solidFill>
              <a:latin typeface="Calibri"/>
              <a:ea typeface="Calibri"/>
              <a:cs typeface="Calibri"/>
              <a:sym typeface="Calibri"/>
            </a:endParaRPr>
          </a:p>
          <a:p>
            <a:pPr marL="0" marR="0" lvl="0" indent="0" algn="ctr" rtl="0">
              <a:spcBef>
                <a:spcPts val="0"/>
              </a:spcBef>
              <a:spcAft>
                <a:spcPts val="0"/>
              </a:spcAft>
              <a:buNone/>
            </a:pPr>
            <a:endParaRPr sz="2600" b="1" u="sng">
              <a:solidFill>
                <a:srgbClr val="17365D"/>
              </a:solidFill>
              <a:latin typeface="Calibri"/>
              <a:ea typeface="Calibri"/>
              <a:cs typeface="Calibri"/>
              <a:sym typeface="Calibri"/>
            </a:endParaRPr>
          </a:p>
          <a:p>
            <a:pPr marL="0" marR="0" lvl="0" indent="0" algn="ctr" rtl="0">
              <a:spcBef>
                <a:spcPts val="0"/>
              </a:spcBef>
              <a:spcAft>
                <a:spcPts val="0"/>
              </a:spcAft>
              <a:buNone/>
            </a:pPr>
            <a:endParaRPr sz="2600" b="1" u="sng">
              <a:solidFill>
                <a:srgbClr val="17365D"/>
              </a:solidFill>
              <a:latin typeface="Calibri"/>
              <a:ea typeface="Calibri"/>
              <a:cs typeface="Calibri"/>
              <a:sym typeface="Calibri"/>
            </a:endParaRPr>
          </a:p>
          <a:p>
            <a:pPr marL="0" marR="0" lvl="0" indent="0" algn="l" rtl="0">
              <a:spcBef>
                <a:spcPts val="0"/>
              </a:spcBef>
              <a:spcAft>
                <a:spcPts val="0"/>
              </a:spcAft>
              <a:buNone/>
            </a:pPr>
            <a:endParaRPr sz="2600" b="1" u="sng">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64" name="Google Shape;164;p26"/>
          <p:cNvSpPr txBox="1"/>
          <p:nvPr/>
        </p:nvSpPr>
        <p:spPr>
          <a:xfrm>
            <a:off x="5111712" y="4365588"/>
            <a:ext cx="4428000" cy="15598200"/>
          </a:xfrm>
          <a:prstGeom prst="rect">
            <a:avLst/>
          </a:prstGeom>
          <a:solidFill>
            <a:schemeClr val="lt1"/>
          </a:solidFill>
          <a:ln>
            <a:noFill/>
          </a:ln>
        </p:spPr>
        <p:txBody>
          <a:bodyPr spcFirstLastPara="1" wrap="square" lIns="62700" tIns="61750" rIns="62700" bIns="61750" anchor="t" anchorCtr="0">
            <a:noAutofit/>
          </a:bodyPr>
          <a:lstStyle/>
          <a:p>
            <a:pPr marL="0" marR="0" lvl="0" indent="0" algn="ctr" rtl="0">
              <a:spcBef>
                <a:spcPts val="0"/>
              </a:spcBef>
              <a:spcAft>
                <a:spcPts val="0"/>
              </a:spcAft>
              <a:buNone/>
            </a:pPr>
            <a:r>
              <a:rPr lang="zh-CN" sz="2600" b="1" u="sng">
                <a:solidFill>
                  <a:srgbClr val="17365D"/>
                </a:solidFill>
                <a:latin typeface="Calibri"/>
                <a:ea typeface="Calibri"/>
                <a:cs typeface="Calibri"/>
                <a:sym typeface="Calibri"/>
              </a:rPr>
              <a:t>Algorithm Design</a:t>
            </a:r>
            <a:endParaRPr sz="2600" b="1" u="sng">
              <a:solidFill>
                <a:srgbClr val="17365D"/>
              </a:solidFill>
              <a:latin typeface="Calibri"/>
              <a:ea typeface="Calibri"/>
              <a:cs typeface="Calibri"/>
              <a:sym typeface="Calibri"/>
            </a:endParaRPr>
          </a:p>
          <a:p>
            <a:pPr marL="0" marR="0" lvl="0" indent="0" algn="l" rtl="0">
              <a:spcBef>
                <a:spcPts val="0"/>
              </a:spcBef>
              <a:spcAft>
                <a:spcPts val="0"/>
              </a:spcAft>
              <a:buNone/>
            </a:pPr>
            <a:r>
              <a:rPr lang="zh-CN" sz="2000">
                <a:solidFill>
                  <a:srgbClr val="17365D"/>
                </a:solidFill>
                <a:latin typeface="Calibri"/>
                <a:ea typeface="Calibri"/>
                <a:cs typeface="Calibri"/>
                <a:sym typeface="Calibri"/>
              </a:rPr>
              <a:t>This part serves to describe your algorithm in details. Please remember to use tables, algorithms, figures, equations, toy examples instead of simply word descriptions to summarize your design.  </a:t>
            </a:r>
            <a:endParaRPr sz="800"/>
          </a:p>
          <a:p>
            <a:pPr marL="0" marR="0" lvl="0" indent="0" algn="l" rtl="0">
              <a:spcBef>
                <a:spcPts val="0"/>
              </a:spcBef>
              <a:spcAft>
                <a:spcPts val="0"/>
              </a:spcAft>
              <a:buNone/>
            </a:pPr>
            <a:r>
              <a:rPr lang="zh-CN" sz="2000" i="1">
                <a:solidFill>
                  <a:srgbClr val="17365D"/>
                </a:solidFill>
                <a:latin typeface="Calibri"/>
                <a:ea typeface="Calibri"/>
                <a:cs typeface="Calibri"/>
                <a:sym typeface="Calibri"/>
              </a:rPr>
              <a:t>Algorithm sketch:</a:t>
            </a:r>
            <a:endParaRPr sz="800"/>
          </a:p>
          <a:p>
            <a:pPr marL="381000" marR="0" lvl="0" indent="-406400" algn="l" rtl="0">
              <a:spcBef>
                <a:spcPts val="0"/>
              </a:spcBef>
              <a:spcAft>
                <a:spcPts val="0"/>
              </a:spcAft>
              <a:buClr>
                <a:srgbClr val="17365D"/>
              </a:buClr>
              <a:buSzPts val="2000"/>
              <a:buFont typeface="Calibri"/>
              <a:buAutoNum type="arabicPeriod"/>
            </a:pPr>
            <a:r>
              <a:rPr lang="zh-CN" sz="2000" i="1">
                <a:solidFill>
                  <a:srgbClr val="17365D"/>
                </a:solidFill>
                <a:latin typeface="Calibri"/>
                <a:ea typeface="Calibri"/>
                <a:cs typeface="Calibri"/>
                <a:sym typeface="Calibri"/>
              </a:rPr>
              <a:t>Compute ,,,</a:t>
            </a:r>
            <a:endParaRPr sz="800"/>
          </a:p>
          <a:p>
            <a:pPr marL="381000" marR="0" lvl="0" indent="-406400" algn="l" rtl="0">
              <a:spcBef>
                <a:spcPts val="0"/>
              </a:spcBef>
              <a:spcAft>
                <a:spcPts val="0"/>
              </a:spcAft>
              <a:buClr>
                <a:srgbClr val="17365D"/>
              </a:buClr>
              <a:buSzPts val="2000"/>
              <a:buFont typeface="Calibri"/>
              <a:buAutoNum type="arabicPeriod"/>
            </a:pPr>
            <a:r>
              <a:rPr lang="zh-CN" sz="2000" i="1">
                <a:solidFill>
                  <a:srgbClr val="17365D"/>
                </a:solidFill>
                <a:latin typeface="Calibri"/>
                <a:ea typeface="Calibri"/>
                <a:cs typeface="Calibri"/>
                <a:sym typeface="Calibri"/>
              </a:rPr>
              <a:t>Iterating until</a:t>
            </a:r>
            <a:endParaRPr sz="800"/>
          </a:p>
          <a:p>
            <a:pPr marL="0" marR="0" lvl="0" indent="0" algn="l" rtl="0">
              <a:spcBef>
                <a:spcPts val="0"/>
              </a:spcBef>
              <a:spcAft>
                <a:spcPts val="0"/>
              </a:spcAft>
              <a:buNone/>
            </a:pPr>
            <a:r>
              <a:rPr lang="zh-CN" sz="2000" i="1">
                <a:solidFill>
                  <a:srgbClr val="17365D"/>
                </a:solidFill>
                <a:latin typeface="Calibri"/>
                <a:ea typeface="Calibri"/>
                <a:cs typeface="Calibri"/>
                <a:sym typeface="Calibri"/>
              </a:rPr>
              <a:t>     ,,,</a:t>
            </a:r>
            <a:endParaRPr sz="800"/>
          </a:p>
          <a:p>
            <a:pPr marL="0" marR="0" lvl="0" indent="0" algn="l" rtl="0">
              <a:spcBef>
                <a:spcPts val="0"/>
              </a:spcBef>
              <a:spcAft>
                <a:spcPts val="0"/>
              </a:spcAft>
              <a:buNone/>
            </a:pPr>
            <a:r>
              <a:rPr lang="zh-CN" sz="2000" i="1">
                <a:solidFill>
                  <a:srgbClr val="17365D"/>
                </a:solidFill>
                <a:latin typeface="Calibri"/>
                <a:ea typeface="Calibri"/>
                <a:cs typeface="Calibri"/>
                <a:sym typeface="Calibri"/>
              </a:rPr>
              <a:t>     …</a:t>
            </a:r>
            <a:endParaRPr sz="2000" i="1">
              <a:solidFill>
                <a:srgbClr val="17365D"/>
              </a:solidFill>
              <a:latin typeface="Calibri"/>
              <a:ea typeface="Calibri"/>
              <a:cs typeface="Calibri"/>
              <a:sym typeface="Calibri"/>
            </a:endParaRPr>
          </a:p>
          <a:p>
            <a:pPr marL="381000" marR="0" lvl="0" indent="-406400" algn="l" rtl="0">
              <a:spcBef>
                <a:spcPts val="0"/>
              </a:spcBef>
              <a:spcAft>
                <a:spcPts val="0"/>
              </a:spcAft>
              <a:buClr>
                <a:srgbClr val="17365D"/>
              </a:buClr>
              <a:buSzPts val="2000"/>
              <a:buFont typeface="Calibri"/>
              <a:buAutoNum type="arabicPeriod"/>
            </a:pPr>
            <a:r>
              <a:rPr lang="zh-CN" sz="2000" i="1">
                <a:solidFill>
                  <a:srgbClr val="17365D"/>
                </a:solidFill>
                <a:latin typeface="Calibri"/>
                <a:ea typeface="Calibri"/>
                <a:cs typeface="Calibri"/>
                <a:sym typeface="Calibri"/>
              </a:rPr>
              <a:t>Compute </a:t>
            </a:r>
            <a:endParaRPr sz="800"/>
          </a:p>
          <a:p>
            <a:pPr marL="381000" marR="0" lvl="0" indent="-279400" algn="l" rtl="0">
              <a:spcBef>
                <a:spcPts val="0"/>
              </a:spcBef>
              <a:spcAft>
                <a:spcPts val="0"/>
              </a:spcAft>
              <a:buClr>
                <a:schemeClr val="dk1"/>
              </a:buClr>
              <a:buSzPts val="2000"/>
              <a:buFont typeface="Calibri"/>
              <a:buNone/>
            </a:pPr>
            <a:endParaRPr sz="2000" i="1">
              <a:solidFill>
                <a:srgbClr val="17365D"/>
              </a:solidFill>
              <a:latin typeface="Calibri"/>
              <a:ea typeface="Calibri"/>
              <a:cs typeface="Calibri"/>
              <a:sym typeface="Calibri"/>
            </a:endParaRPr>
          </a:p>
          <a:p>
            <a:pPr marL="381000" marR="0" lvl="0" indent="-279400" algn="l" rtl="0">
              <a:spcBef>
                <a:spcPts val="0"/>
              </a:spcBef>
              <a:spcAft>
                <a:spcPts val="0"/>
              </a:spcAft>
              <a:buClr>
                <a:schemeClr val="dk1"/>
              </a:buClr>
              <a:buSzPts val="2000"/>
              <a:buFont typeface="Calibri"/>
              <a:buNone/>
            </a:pPr>
            <a:endParaRPr sz="2000" i="1">
              <a:solidFill>
                <a:srgbClr val="17365D"/>
              </a:solidFill>
              <a:latin typeface="Calibri"/>
              <a:ea typeface="Calibri"/>
              <a:cs typeface="Calibri"/>
              <a:sym typeface="Calibri"/>
            </a:endParaRPr>
          </a:p>
          <a:p>
            <a:pPr marL="381000" marR="0" lvl="0" indent="-279400" algn="l" rtl="0">
              <a:spcBef>
                <a:spcPts val="0"/>
              </a:spcBef>
              <a:spcAft>
                <a:spcPts val="0"/>
              </a:spcAft>
              <a:buClr>
                <a:schemeClr val="dk1"/>
              </a:buClr>
              <a:buSzPts val="2000"/>
              <a:buFont typeface="Calibri"/>
              <a:buNone/>
            </a:pPr>
            <a:endParaRPr sz="2000" i="1">
              <a:solidFill>
                <a:srgbClr val="17365D"/>
              </a:solidFill>
              <a:latin typeface="Calibri"/>
              <a:ea typeface="Calibri"/>
              <a:cs typeface="Calibri"/>
              <a:sym typeface="Calibri"/>
            </a:endParaRPr>
          </a:p>
          <a:p>
            <a:pPr marL="0" marR="0" lvl="0" indent="0" algn="l" rtl="0">
              <a:spcBef>
                <a:spcPts val="0"/>
              </a:spcBef>
              <a:spcAft>
                <a:spcPts val="0"/>
              </a:spcAft>
              <a:buNone/>
            </a:pPr>
            <a:endParaRPr sz="2000" i="1">
              <a:solidFill>
                <a:srgbClr val="17365D"/>
              </a:solidFill>
              <a:latin typeface="Calibri"/>
              <a:ea typeface="Calibri"/>
              <a:cs typeface="Calibri"/>
              <a:sym typeface="Calibri"/>
            </a:endParaRPr>
          </a:p>
          <a:p>
            <a:pPr marL="0" marR="0" lvl="0" indent="0" algn="l" rtl="0">
              <a:spcBef>
                <a:spcPts val="0"/>
              </a:spcBef>
              <a:spcAft>
                <a:spcPts val="0"/>
              </a:spcAft>
              <a:buNone/>
            </a:pPr>
            <a:endParaRPr sz="2000" i="1">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ctr" rtl="0">
              <a:spcBef>
                <a:spcPts val="0"/>
              </a:spcBef>
              <a:spcAft>
                <a:spcPts val="0"/>
              </a:spcAft>
              <a:buNone/>
            </a:pPr>
            <a:endParaRPr sz="1600">
              <a:solidFill>
                <a:srgbClr val="17365D"/>
              </a:solidFill>
              <a:latin typeface="Calibri"/>
              <a:ea typeface="Calibri"/>
              <a:cs typeface="Calibri"/>
              <a:sym typeface="Calibri"/>
            </a:endParaRPr>
          </a:p>
          <a:p>
            <a:pPr marL="0" marR="0" lvl="0" indent="0" algn="ctr" rtl="0">
              <a:spcBef>
                <a:spcPts val="0"/>
              </a:spcBef>
              <a:spcAft>
                <a:spcPts val="0"/>
              </a:spcAft>
              <a:buNone/>
            </a:pPr>
            <a:r>
              <a:rPr lang="zh-CN" sz="1600" b="1">
                <a:solidFill>
                  <a:srgbClr val="17365D"/>
                </a:solidFill>
                <a:latin typeface="Calibri"/>
                <a:ea typeface="Calibri"/>
                <a:cs typeface="Calibri"/>
                <a:sym typeface="Calibri"/>
              </a:rPr>
              <a:t>Fig.4</a:t>
            </a:r>
            <a:r>
              <a:rPr lang="zh-CN" sz="1600">
                <a:solidFill>
                  <a:srgbClr val="17365D"/>
                </a:solidFill>
                <a:latin typeface="Calibri"/>
                <a:ea typeface="Calibri"/>
                <a:cs typeface="Calibri"/>
                <a:sym typeface="Calibri"/>
              </a:rPr>
              <a:t> Example for my algorithm</a:t>
            </a:r>
            <a:endParaRPr sz="800"/>
          </a:p>
          <a:p>
            <a:pPr marL="0" marR="0" lvl="0" indent="0" algn="ctr" rtl="0">
              <a:spcBef>
                <a:spcPts val="0"/>
              </a:spcBef>
              <a:spcAft>
                <a:spcPts val="0"/>
              </a:spcAft>
              <a:buNone/>
            </a:pPr>
            <a:endParaRPr sz="1600">
              <a:solidFill>
                <a:srgbClr val="17365D"/>
              </a:solidFill>
              <a:latin typeface="Calibri"/>
              <a:ea typeface="Calibri"/>
              <a:cs typeface="Calibri"/>
              <a:sym typeface="Calibri"/>
            </a:endParaRPr>
          </a:p>
          <a:p>
            <a:pPr marL="0" marR="0" lvl="0" indent="0" algn="ctr" rtl="0">
              <a:spcBef>
                <a:spcPts val="0"/>
              </a:spcBef>
              <a:spcAft>
                <a:spcPts val="0"/>
              </a:spcAft>
              <a:buNone/>
            </a:pPr>
            <a:endParaRPr sz="1600">
              <a:solidFill>
                <a:srgbClr val="17365D"/>
              </a:solidFill>
              <a:latin typeface="Calibri"/>
              <a:ea typeface="Calibri"/>
              <a:cs typeface="Calibri"/>
              <a:sym typeface="Calibri"/>
            </a:endParaRPr>
          </a:p>
          <a:p>
            <a:pPr marL="0" marR="0" lvl="0" indent="0" algn="ctr" rtl="0">
              <a:spcBef>
                <a:spcPts val="0"/>
              </a:spcBef>
              <a:spcAft>
                <a:spcPts val="0"/>
              </a:spcAft>
              <a:buNone/>
            </a:pPr>
            <a:endParaRPr sz="1600">
              <a:solidFill>
                <a:srgbClr val="17365D"/>
              </a:solidFill>
              <a:latin typeface="Calibri"/>
              <a:ea typeface="Calibri"/>
              <a:cs typeface="Calibri"/>
              <a:sym typeface="Calibri"/>
            </a:endParaRPr>
          </a:p>
          <a:p>
            <a:pPr marL="0" marR="0" lvl="0" indent="0" algn="ctr" rtl="0">
              <a:spcBef>
                <a:spcPts val="0"/>
              </a:spcBef>
              <a:spcAft>
                <a:spcPts val="0"/>
              </a:spcAft>
              <a:buNone/>
            </a:pPr>
            <a:endParaRPr sz="1600">
              <a:solidFill>
                <a:srgbClr val="17365D"/>
              </a:solidFill>
              <a:latin typeface="Calibri"/>
              <a:ea typeface="Calibri"/>
              <a:cs typeface="Calibri"/>
              <a:sym typeface="Calibri"/>
            </a:endParaRPr>
          </a:p>
          <a:p>
            <a:pPr marL="0" marR="0" lvl="0" indent="0" algn="ctr" rtl="0">
              <a:spcBef>
                <a:spcPts val="0"/>
              </a:spcBef>
              <a:spcAft>
                <a:spcPts val="0"/>
              </a:spcAft>
              <a:buNone/>
            </a:pPr>
            <a:r>
              <a:rPr lang="zh-CN" sz="2600" b="1" u="sng">
                <a:solidFill>
                  <a:srgbClr val="17365D"/>
                </a:solidFill>
                <a:latin typeface="Calibri"/>
                <a:ea typeface="Calibri"/>
                <a:cs typeface="Calibri"/>
                <a:sym typeface="Calibri"/>
              </a:rPr>
              <a:t>Modeling and Analysis</a:t>
            </a:r>
            <a:endParaRPr sz="800"/>
          </a:p>
          <a:p>
            <a:pPr marL="0" marR="0" lvl="0" indent="0" algn="l" rtl="0">
              <a:spcBef>
                <a:spcPts val="0"/>
              </a:spcBef>
              <a:spcAft>
                <a:spcPts val="0"/>
              </a:spcAft>
              <a:buNone/>
            </a:pPr>
            <a:r>
              <a:rPr lang="zh-CN" sz="2000">
                <a:solidFill>
                  <a:srgbClr val="17365D"/>
                </a:solidFill>
                <a:latin typeface="Calibri"/>
                <a:ea typeface="Calibri"/>
                <a:cs typeface="Calibri"/>
                <a:sym typeface="Calibri"/>
              </a:rPr>
              <a:t>If you are doing a modelling work, you can focus more on modelling part, what your model looks like. Analysis of your model. </a:t>
            </a:r>
            <a:endParaRPr sz="2000" u="sng">
              <a:solidFill>
                <a:srgbClr val="17365D"/>
              </a:solidFill>
              <a:latin typeface="Calibri"/>
              <a:ea typeface="Calibri"/>
              <a:cs typeface="Calibri"/>
              <a:sym typeface="Calibri"/>
            </a:endParaRPr>
          </a:p>
          <a:p>
            <a:pPr marL="0" marR="0" lvl="0" indent="0" algn="l" rtl="0">
              <a:spcBef>
                <a:spcPts val="0"/>
              </a:spcBef>
              <a:spcAft>
                <a:spcPts val="0"/>
              </a:spcAft>
              <a:buNone/>
            </a:pPr>
            <a:endParaRPr sz="2000" u="sng">
              <a:solidFill>
                <a:srgbClr val="17365D"/>
              </a:solidFill>
              <a:latin typeface="Calibri"/>
              <a:ea typeface="Calibri"/>
              <a:cs typeface="Calibri"/>
              <a:sym typeface="Calibri"/>
            </a:endParaRPr>
          </a:p>
          <a:p>
            <a:pPr marL="0" marR="0" lvl="0" indent="0" algn="l" rtl="0">
              <a:spcBef>
                <a:spcPts val="0"/>
              </a:spcBef>
              <a:spcAft>
                <a:spcPts val="0"/>
              </a:spcAft>
              <a:buNone/>
            </a:pPr>
            <a:endParaRPr sz="2000" u="sng">
              <a:solidFill>
                <a:srgbClr val="17365D"/>
              </a:solidFill>
              <a:latin typeface="Calibri"/>
              <a:ea typeface="Calibri"/>
              <a:cs typeface="Calibri"/>
              <a:sym typeface="Calibri"/>
            </a:endParaRPr>
          </a:p>
          <a:p>
            <a:pPr marL="0" marR="0" lvl="0" indent="0" algn="l" rtl="0">
              <a:spcBef>
                <a:spcPts val="0"/>
              </a:spcBef>
              <a:spcAft>
                <a:spcPts val="0"/>
              </a:spcAft>
              <a:buNone/>
            </a:pPr>
            <a:endParaRPr sz="2000" u="sng">
              <a:solidFill>
                <a:srgbClr val="17365D"/>
              </a:solidFill>
              <a:latin typeface="Calibri"/>
              <a:ea typeface="Calibri"/>
              <a:cs typeface="Calibri"/>
              <a:sym typeface="Calibri"/>
            </a:endParaRPr>
          </a:p>
          <a:p>
            <a:pPr marL="0" marR="0" lvl="0" indent="0" algn="l" rtl="0">
              <a:spcBef>
                <a:spcPts val="0"/>
              </a:spcBef>
              <a:spcAft>
                <a:spcPts val="0"/>
              </a:spcAft>
              <a:buNone/>
            </a:pPr>
            <a:endParaRPr sz="2000" u="sng">
              <a:solidFill>
                <a:srgbClr val="17365D"/>
              </a:solidFill>
              <a:latin typeface="Calibri"/>
              <a:ea typeface="Calibri"/>
              <a:cs typeface="Calibri"/>
              <a:sym typeface="Calibri"/>
            </a:endParaRPr>
          </a:p>
          <a:p>
            <a:pPr marL="0" marR="0" lvl="0" indent="0" algn="l" rtl="0">
              <a:spcBef>
                <a:spcPts val="0"/>
              </a:spcBef>
              <a:spcAft>
                <a:spcPts val="0"/>
              </a:spcAft>
              <a:buNone/>
            </a:pPr>
            <a:endParaRPr sz="2000" u="sng">
              <a:solidFill>
                <a:srgbClr val="17365D"/>
              </a:solidFill>
              <a:latin typeface="Calibri"/>
              <a:ea typeface="Calibri"/>
              <a:cs typeface="Calibri"/>
              <a:sym typeface="Calibri"/>
            </a:endParaRPr>
          </a:p>
          <a:p>
            <a:pPr marL="0" marR="0" lvl="0" indent="0" algn="ctr" rtl="0">
              <a:spcBef>
                <a:spcPts val="0"/>
              </a:spcBef>
              <a:spcAft>
                <a:spcPts val="0"/>
              </a:spcAft>
              <a:buNone/>
            </a:pPr>
            <a:endParaRPr sz="2000" b="1">
              <a:solidFill>
                <a:srgbClr val="17365D"/>
              </a:solidFill>
              <a:latin typeface="Calibri"/>
              <a:ea typeface="Calibri"/>
              <a:cs typeface="Calibri"/>
              <a:sym typeface="Calibri"/>
            </a:endParaRPr>
          </a:p>
          <a:p>
            <a:pPr marL="0" marR="0" lvl="0" indent="0" algn="ctr" rtl="0">
              <a:spcBef>
                <a:spcPts val="0"/>
              </a:spcBef>
              <a:spcAft>
                <a:spcPts val="0"/>
              </a:spcAft>
              <a:buNone/>
            </a:pPr>
            <a:endParaRPr sz="1600" b="1">
              <a:solidFill>
                <a:srgbClr val="17365D"/>
              </a:solidFill>
              <a:latin typeface="Calibri"/>
              <a:ea typeface="Calibri"/>
              <a:cs typeface="Calibri"/>
              <a:sym typeface="Calibri"/>
            </a:endParaRPr>
          </a:p>
          <a:p>
            <a:pPr marL="0" marR="0" lvl="0" indent="0" algn="ctr" rtl="0">
              <a:spcBef>
                <a:spcPts val="0"/>
              </a:spcBef>
              <a:spcAft>
                <a:spcPts val="0"/>
              </a:spcAft>
              <a:buNone/>
            </a:pPr>
            <a:endParaRPr sz="1600" b="1">
              <a:solidFill>
                <a:srgbClr val="17365D"/>
              </a:solidFill>
              <a:latin typeface="Calibri"/>
              <a:ea typeface="Calibri"/>
              <a:cs typeface="Calibri"/>
              <a:sym typeface="Calibri"/>
            </a:endParaRPr>
          </a:p>
          <a:p>
            <a:pPr marL="0" marR="0" lvl="0" indent="0" algn="ctr" rtl="0">
              <a:spcBef>
                <a:spcPts val="0"/>
              </a:spcBef>
              <a:spcAft>
                <a:spcPts val="0"/>
              </a:spcAft>
              <a:buNone/>
            </a:pPr>
            <a:endParaRPr sz="1600" b="1">
              <a:solidFill>
                <a:srgbClr val="17365D"/>
              </a:solidFill>
              <a:latin typeface="Calibri"/>
              <a:ea typeface="Calibri"/>
              <a:cs typeface="Calibri"/>
              <a:sym typeface="Calibri"/>
            </a:endParaRPr>
          </a:p>
          <a:p>
            <a:pPr marL="0" marR="0" lvl="0" indent="0" algn="ctr" rtl="0">
              <a:spcBef>
                <a:spcPts val="0"/>
              </a:spcBef>
              <a:spcAft>
                <a:spcPts val="0"/>
              </a:spcAft>
              <a:buNone/>
            </a:pPr>
            <a:endParaRPr sz="1600" b="1">
              <a:solidFill>
                <a:srgbClr val="17365D"/>
              </a:solidFill>
              <a:latin typeface="Calibri"/>
              <a:ea typeface="Calibri"/>
              <a:cs typeface="Calibri"/>
              <a:sym typeface="Calibri"/>
            </a:endParaRPr>
          </a:p>
          <a:p>
            <a:pPr marL="0" marR="0" lvl="0" indent="0" algn="ctr" rtl="0">
              <a:spcBef>
                <a:spcPts val="0"/>
              </a:spcBef>
              <a:spcAft>
                <a:spcPts val="0"/>
              </a:spcAft>
              <a:buNone/>
            </a:pPr>
            <a:endParaRPr sz="1600" b="1">
              <a:solidFill>
                <a:srgbClr val="17365D"/>
              </a:solidFill>
              <a:latin typeface="Calibri"/>
              <a:ea typeface="Calibri"/>
              <a:cs typeface="Calibri"/>
              <a:sym typeface="Calibri"/>
            </a:endParaRPr>
          </a:p>
          <a:p>
            <a:pPr marL="0" marR="0" lvl="0" indent="0" algn="ctr" rtl="0">
              <a:spcBef>
                <a:spcPts val="0"/>
              </a:spcBef>
              <a:spcAft>
                <a:spcPts val="0"/>
              </a:spcAft>
              <a:buNone/>
            </a:pPr>
            <a:r>
              <a:rPr lang="zh-CN" sz="1600" b="1">
                <a:solidFill>
                  <a:srgbClr val="17365D"/>
                </a:solidFill>
                <a:latin typeface="Calibri"/>
                <a:ea typeface="Calibri"/>
                <a:cs typeface="Calibri"/>
                <a:sym typeface="Calibri"/>
              </a:rPr>
              <a:t>Fig. 5 </a:t>
            </a:r>
            <a:r>
              <a:rPr lang="zh-CN" sz="1600">
                <a:solidFill>
                  <a:srgbClr val="17365D"/>
                </a:solidFill>
                <a:latin typeface="Calibri"/>
                <a:ea typeface="Calibri"/>
                <a:cs typeface="Calibri"/>
                <a:sym typeface="Calibri"/>
              </a:rPr>
              <a:t>2D</a:t>
            </a:r>
            <a:r>
              <a:rPr lang="zh-CN" sz="1600" b="1">
                <a:solidFill>
                  <a:srgbClr val="17365D"/>
                </a:solidFill>
                <a:latin typeface="Calibri"/>
                <a:ea typeface="Calibri"/>
                <a:cs typeface="Calibri"/>
                <a:sym typeface="Calibri"/>
              </a:rPr>
              <a:t> </a:t>
            </a:r>
            <a:r>
              <a:rPr lang="zh-CN" sz="1600">
                <a:solidFill>
                  <a:srgbClr val="17365D"/>
                </a:solidFill>
                <a:latin typeface="Calibri"/>
                <a:ea typeface="Calibri"/>
                <a:cs typeface="Calibri"/>
                <a:sym typeface="Calibri"/>
              </a:rPr>
              <a:t>bone profile</a:t>
            </a:r>
            <a:endParaRPr sz="800"/>
          </a:p>
          <a:p>
            <a:pPr marL="0" marR="0" lvl="0" indent="0" algn="ctr" rtl="0">
              <a:spcBef>
                <a:spcPts val="0"/>
              </a:spcBef>
              <a:spcAft>
                <a:spcPts val="0"/>
              </a:spcAft>
              <a:buNone/>
            </a:pPr>
            <a:endParaRPr sz="1200" b="1" u="sng">
              <a:solidFill>
                <a:srgbClr val="17365D"/>
              </a:solidFill>
              <a:latin typeface="Calibri"/>
              <a:ea typeface="Calibri"/>
              <a:cs typeface="Calibri"/>
              <a:sym typeface="Calibri"/>
            </a:endParaRPr>
          </a:p>
          <a:p>
            <a:pPr marL="0" marR="0" lvl="0" indent="0" algn="l" rtl="0">
              <a:spcBef>
                <a:spcPts val="0"/>
              </a:spcBef>
              <a:spcAft>
                <a:spcPts val="0"/>
              </a:spcAft>
              <a:buNone/>
            </a:pPr>
            <a:r>
              <a:rPr lang="zh-CN" sz="2000" i="1">
                <a:solidFill>
                  <a:srgbClr val="17365D"/>
                </a:solidFill>
                <a:latin typeface="Calibri"/>
                <a:ea typeface="Calibri"/>
                <a:cs typeface="Calibri"/>
                <a:sym typeface="Calibri"/>
              </a:rPr>
              <a:t>                               </a:t>
            </a:r>
            <a:endParaRPr sz="800"/>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0"/>
              </a:spcBef>
              <a:spcAft>
                <a:spcPts val="0"/>
              </a:spcAft>
              <a:buNone/>
            </a:pPr>
            <a:r>
              <a:rPr lang="zh-CN" sz="2000">
                <a:solidFill>
                  <a:srgbClr val="D60093"/>
                </a:solidFill>
                <a:latin typeface="Calibri"/>
                <a:ea typeface="Calibri"/>
                <a:cs typeface="Calibri"/>
                <a:sym typeface="Calibri"/>
              </a:rPr>
              <a:t>Note that usually we need to fill up the whole poster. </a:t>
            </a:r>
            <a:endParaRPr sz="2000">
              <a:solidFill>
                <a:srgbClr val="17365D"/>
              </a:solidFill>
              <a:latin typeface="Calibri"/>
              <a:ea typeface="Calibri"/>
              <a:cs typeface="Calibri"/>
              <a:sym typeface="Calibri"/>
            </a:endParaRPr>
          </a:p>
          <a:p>
            <a:pPr marL="0" marR="0" lvl="0" indent="0" algn="l" rtl="0">
              <a:spcBef>
                <a:spcPts val="0"/>
              </a:spcBef>
              <a:spcAft>
                <a:spcPts val="0"/>
              </a:spcAft>
              <a:buNone/>
            </a:pPr>
            <a:endParaRPr sz="2000">
              <a:solidFill>
                <a:srgbClr val="17365D"/>
              </a:solidFill>
              <a:latin typeface="Calibri"/>
              <a:ea typeface="Calibri"/>
              <a:cs typeface="Calibri"/>
              <a:sym typeface="Calibri"/>
            </a:endParaRPr>
          </a:p>
          <a:p>
            <a:pPr marL="0" marR="0" lvl="0" indent="0" algn="l" rtl="0">
              <a:spcBef>
                <a:spcPts val="400"/>
              </a:spcBef>
              <a:spcAft>
                <a:spcPts val="0"/>
              </a:spcAft>
              <a:buNone/>
            </a:pPr>
            <a:endParaRPr sz="2000">
              <a:solidFill>
                <a:schemeClr val="dk1"/>
              </a:solidFill>
              <a:latin typeface="Calibri"/>
              <a:ea typeface="Calibri"/>
              <a:cs typeface="Calibri"/>
              <a:sym typeface="Calibri"/>
            </a:endParaRPr>
          </a:p>
        </p:txBody>
      </p:sp>
      <p:pic>
        <p:nvPicPr>
          <p:cNvPr id="165" name="Google Shape;165;p26"/>
          <p:cNvPicPr preferRelativeResize="0"/>
          <p:nvPr/>
        </p:nvPicPr>
        <p:blipFill rotWithShape="1">
          <a:blip r:embed="rId5">
            <a:alphaModFix/>
          </a:blip>
          <a:srcRect/>
          <a:stretch/>
        </p:blipFill>
        <p:spPr>
          <a:xfrm>
            <a:off x="5491154" y="13572787"/>
            <a:ext cx="1785333" cy="1338996"/>
          </a:xfrm>
          <a:prstGeom prst="rect">
            <a:avLst/>
          </a:prstGeom>
          <a:noFill/>
          <a:ln>
            <a:noFill/>
          </a:ln>
        </p:spPr>
      </p:pic>
      <p:sp>
        <p:nvSpPr>
          <p:cNvPr id="166" name="Google Shape;166;p26"/>
          <p:cNvSpPr txBox="1"/>
          <p:nvPr/>
        </p:nvSpPr>
        <p:spPr>
          <a:xfrm>
            <a:off x="473879" y="2134570"/>
            <a:ext cx="14002800" cy="1853400"/>
          </a:xfrm>
          <a:prstGeom prst="rect">
            <a:avLst/>
          </a:prstGeom>
          <a:noFill/>
          <a:ln>
            <a:noFill/>
          </a:ln>
        </p:spPr>
        <p:txBody>
          <a:bodyPr spcFirstLastPara="1" wrap="square" lIns="62700" tIns="31350" rIns="62700" bIns="31350" anchor="t" anchorCtr="0">
            <a:noAutofit/>
          </a:bodyPr>
          <a:lstStyle/>
          <a:p>
            <a:pPr marL="0" marR="0" lvl="0" indent="0" algn="l" rtl="0">
              <a:spcBef>
                <a:spcPts val="0"/>
              </a:spcBef>
              <a:spcAft>
                <a:spcPts val="0"/>
              </a:spcAft>
              <a:buNone/>
            </a:pPr>
            <a:r>
              <a:rPr lang="zh-CN" sz="10000" b="1">
                <a:solidFill>
                  <a:schemeClr val="dk2"/>
                </a:solidFill>
              </a:rPr>
              <a:t>这页是Template!!</a:t>
            </a:r>
            <a:endParaRPr sz="10000">
              <a:solidFill>
                <a:srgbClr val="17365D"/>
              </a:solidFill>
              <a:latin typeface="Calibri"/>
              <a:ea typeface="Calibri"/>
              <a:cs typeface="Calibri"/>
              <a:sym typeface="Calibri"/>
            </a:endParaRPr>
          </a:p>
        </p:txBody>
      </p:sp>
      <p:cxnSp>
        <p:nvCxnSpPr>
          <p:cNvPr id="167" name="Google Shape;167;p26"/>
          <p:cNvCxnSpPr/>
          <p:nvPr/>
        </p:nvCxnSpPr>
        <p:spPr>
          <a:xfrm>
            <a:off x="4865715" y="4338370"/>
            <a:ext cx="0" cy="15567300"/>
          </a:xfrm>
          <a:prstGeom prst="straightConnector1">
            <a:avLst/>
          </a:prstGeom>
          <a:noFill/>
          <a:ln w="9525" cap="flat" cmpd="sng">
            <a:solidFill>
              <a:srgbClr val="7F7F7F"/>
            </a:solidFill>
            <a:prstDash val="solid"/>
            <a:round/>
            <a:headEnd type="none" w="sm" len="sm"/>
            <a:tailEnd type="none" w="sm" len="sm"/>
          </a:ln>
        </p:spPr>
      </p:cxnSp>
      <p:cxnSp>
        <p:nvCxnSpPr>
          <p:cNvPr id="168" name="Google Shape;168;p26"/>
          <p:cNvCxnSpPr/>
          <p:nvPr/>
        </p:nvCxnSpPr>
        <p:spPr>
          <a:xfrm>
            <a:off x="9687248" y="4338370"/>
            <a:ext cx="0" cy="15567300"/>
          </a:xfrm>
          <a:prstGeom prst="straightConnector1">
            <a:avLst/>
          </a:prstGeom>
          <a:noFill/>
          <a:ln w="9525" cap="flat" cmpd="sng">
            <a:solidFill>
              <a:srgbClr val="7F7F7F"/>
            </a:solidFill>
            <a:prstDash val="solid"/>
            <a:round/>
            <a:headEnd type="none" w="sm" len="sm"/>
            <a:tailEnd type="none" w="sm" len="sm"/>
          </a:ln>
        </p:spPr>
      </p:cxnSp>
      <p:pic>
        <p:nvPicPr>
          <p:cNvPr id="169" name="Google Shape;169;p26"/>
          <p:cNvPicPr preferRelativeResize="0"/>
          <p:nvPr/>
        </p:nvPicPr>
        <p:blipFill rotWithShape="1">
          <a:blip r:embed="rId6">
            <a:alphaModFix/>
          </a:blip>
          <a:srcRect/>
          <a:stretch/>
        </p:blipFill>
        <p:spPr>
          <a:xfrm>
            <a:off x="473864" y="414939"/>
            <a:ext cx="5474292" cy="825550"/>
          </a:xfrm>
          <a:prstGeom prst="rect">
            <a:avLst/>
          </a:prstGeom>
          <a:noFill/>
          <a:ln>
            <a:noFill/>
          </a:ln>
        </p:spPr>
      </p:pic>
      <p:pic>
        <p:nvPicPr>
          <p:cNvPr id="170" name="Google Shape;170;p26"/>
          <p:cNvPicPr preferRelativeResize="0"/>
          <p:nvPr/>
        </p:nvPicPr>
        <p:blipFill rotWithShape="1">
          <a:blip r:embed="rId7">
            <a:alphaModFix/>
          </a:blip>
          <a:srcRect/>
          <a:stretch/>
        </p:blipFill>
        <p:spPr>
          <a:xfrm>
            <a:off x="9983320" y="14758725"/>
            <a:ext cx="1983042" cy="1241352"/>
          </a:xfrm>
          <a:prstGeom prst="rect">
            <a:avLst/>
          </a:prstGeom>
          <a:noFill/>
          <a:ln>
            <a:noFill/>
          </a:ln>
        </p:spPr>
      </p:pic>
      <p:pic>
        <p:nvPicPr>
          <p:cNvPr id="171" name="Google Shape;171;p26"/>
          <p:cNvPicPr preferRelativeResize="0"/>
          <p:nvPr/>
        </p:nvPicPr>
        <p:blipFill rotWithShape="1">
          <a:blip r:embed="rId8">
            <a:alphaModFix/>
          </a:blip>
          <a:srcRect l="-460" r="460" b="-6292"/>
          <a:stretch/>
        </p:blipFill>
        <p:spPr>
          <a:xfrm>
            <a:off x="9908780" y="11663024"/>
            <a:ext cx="3966085" cy="2422150"/>
          </a:xfrm>
          <a:prstGeom prst="rect">
            <a:avLst/>
          </a:prstGeom>
          <a:noFill/>
          <a:ln>
            <a:noFill/>
          </a:ln>
        </p:spPr>
      </p:pic>
      <p:graphicFrame>
        <p:nvGraphicFramePr>
          <p:cNvPr id="172" name="Google Shape;172;p26"/>
          <p:cNvGraphicFramePr/>
          <p:nvPr/>
        </p:nvGraphicFramePr>
        <p:xfrm>
          <a:off x="9983315" y="6821935"/>
          <a:ext cx="3000000" cy="3000000"/>
        </p:xfrm>
        <a:graphic>
          <a:graphicData uri="http://schemas.openxmlformats.org/drawingml/2006/table">
            <a:tbl>
              <a:tblPr bandRow="1">
                <a:noFill/>
                <a:tableStyleId>{BBEC0FB4-BA3E-45C6-9F64-C9822E596A92}</a:tableStyleId>
              </a:tblPr>
              <a:tblGrid>
                <a:gridCol w="2848550">
                  <a:extLst>
                    <a:ext uri="{9D8B030D-6E8A-4147-A177-3AD203B41FA5}">
                      <a16:colId xmlns:a16="http://schemas.microsoft.com/office/drawing/2014/main" val="20000"/>
                    </a:ext>
                  </a:extLst>
                </a:gridCol>
                <a:gridCol w="1259750">
                  <a:extLst>
                    <a:ext uri="{9D8B030D-6E8A-4147-A177-3AD203B41FA5}">
                      <a16:colId xmlns:a16="http://schemas.microsoft.com/office/drawing/2014/main" val="20001"/>
                    </a:ext>
                  </a:extLst>
                </a:gridCol>
              </a:tblGrid>
              <a:tr h="0">
                <a:tc>
                  <a:txBody>
                    <a:bodyPr/>
                    <a:lstStyle/>
                    <a:p>
                      <a:pPr marL="0" marR="0" lvl="0" indent="0" algn="l" rtl="0">
                        <a:spcBef>
                          <a:spcPts val="0"/>
                        </a:spcBef>
                        <a:spcAft>
                          <a:spcPts val="0"/>
                        </a:spcAft>
                        <a:buNone/>
                      </a:pPr>
                      <a:r>
                        <a:rPr lang="zh-CN" sz="1400" u="none" strike="noStrike" cap="none"/>
                        <a:t>Source</a:t>
                      </a:r>
                      <a:endParaRPr sz="1400"/>
                    </a:p>
                  </a:txBody>
                  <a:tcPr marL="48750" marR="48750" marT="30350" marB="30350"/>
                </a:tc>
                <a:tc>
                  <a:txBody>
                    <a:bodyPr/>
                    <a:lstStyle/>
                    <a:p>
                      <a:pPr marL="0" marR="0" lvl="0" indent="0" algn="l" rtl="0">
                        <a:spcBef>
                          <a:spcPts val="0"/>
                        </a:spcBef>
                        <a:spcAft>
                          <a:spcPts val="0"/>
                        </a:spcAft>
                        <a:buNone/>
                      </a:pPr>
                      <a:endParaRPr sz="4500"/>
                    </a:p>
                  </a:txBody>
                  <a:tcPr marL="48750" marR="48750" marT="30350" marB="30350"/>
                </a:tc>
                <a:extLst>
                  <a:ext uri="{0D108BD9-81ED-4DB2-BD59-A6C34878D82A}">
                    <a16:rowId xmlns:a16="http://schemas.microsoft.com/office/drawing/2014/main" val="10000"/>
                  </a:ext>
                </a:extLst>
              </a:tr>
              <a:tr h="0">
                <a:tc>
                  <a:txBody>
                    <a:bodyPr/>
                    <a:lstStyle/>
                    <a:p>
                      <a:pPr marL="0" marR="0" lvl="0" indent="0" algn="l" rtl="0">
                        <a:spcBef>
                          <a:spcPts val="0"/>
                        </a:spcBef>
                        <a:spcAft>
                          <a:spcPts val="0"/>
                        </a:spcAft>
                        <a:buNone/>
                      </a:pPr>
                      <a:r>
                        <a:rPr lang="zh-CN" sz="1400"/>
                        <a:t>Node size</a:t>
                      </a:r>
                      <a:endParaRPr sz="1400"/>
                    </a:p>
                  </a:txBody>
                  <a:tcPr marL="48750" marR="48750" marT="30350" marB="30350"/>
                </a:tc>
                <a:tc>
                  <a:txBody>
                    <a:bodyPr/>
                    <a:lstStyle/>
                    <a:p>
                      <a:pPr marL="0" marR="0" lvl="0" indent="0" algn="l" rtl="0">
                        <a:spcBef>
                          <a:spcPts val="0"/>
                        </a:spcBef>
                        <a:spcAft>
                          <a:spcPts val="0"/>
                        </a:spcAft>
                        <a:buNone/>
                      </a:pPr>
                      <a:endParaRPr sz="4500"/>
                    </a:p>
                  </a:txBody>
                  <a:tcPr marL="48750" marR="48750" marT="30350" marB="30350"/>
                </a:tc>
                <a:extLst>
                  <a:ext uri="{0D108BD9-81ED-4DB2-BD59-A6C34878D82A}">
                    <a16:rowId xmlns:a16="http://schemas.microsoft.com/office/drawing/2014/main" val="10001"/>
                  </a:ext>
                </a:extLst>
              </a:tr>
              <a:tr h="0">
                <a:tc>
                  <a:txBody>
                    <a:bodyPr/>
                    <a:lstStyle/>
                    <a:p>
                      <a:pPr marL="0" marR="0" lvl="0" indent="0" algn="l" rtl="0">
                        <a:spcBef>
                          <a:spcPts val="0"/>
                        </a:spcBef>
                        <a:spcAft>
                          <a:spcPts val="0"/>
                        </a:spcAft>
                        <a:buNone/>
                      </a:pPr>
                      <a:r>
                        <a:rPr lang="zh-CN" sz="1400"/>
                        <a:t>Edge size</a:t>
                      </a:r>
                      <a:endParaRPr sz="1400"/>
                    </a:p>
                  </a:txBody>
                  <a:tcPr marL="48750" marR="48750" marT="30350" marB="30350"/>
                </a:tc>
                <a:tc>
                  <a:txBody>
                    <a:bodyPr/>
                    <a:lstStyle/>
                    <a:p>
                      <a:pPr marL="0" marR="0" lvl="0" indent="0" algn="l" rtl="0">
                        <a:spcBef>
                          <a:spcPts val="0"/>
                        </a:spcBef>
                        <a:spcAft>
                          <a:spcPts val="0"/>
                        </a:spcAft>
                        <a:buNone/>
                      </a:pPr>
                      <a:endParaRPr sz="4500"/>
                    </a:p>
                  </a:txBody>
                  <a:tcPr marL="48750" marR="48750" marT="30350" marB="30350"/>
                </a:tc>
                <a:extLst>
                  <a:ext uri="{0D108BD9-81ED-4DB2-BD59-A6C34878D82A}">
                    <a16:rowId xmlns:a16="http://schemas.microsoft.com/office/drawing/2014/main" val="10002"/>
                  </a:ext>
                </a:extLst>
              </a:tr>
            </a:tbl>
          </a:graphicData>
        </a:graphic>
      </p:graphicFrame>
      <p:pic>
        <p:nvPicPr>
          <p:cNvPr id="173" name="Google Shape;173;p26"/>
          <p:cNvPicPr preferRelativeResize="0"/>
          <p:nvPr/>
        </p:nvPicPr>
        <p:blipFill rotWithShape="1">
          <a:blip r:embed="rId9">
            <a:alphaModFix/>
          </a:blip>
          <a:srcRect/>
          <a:stretch/>
        </p:blipFill>
        <p:spPr>
          <a:xfrm>
            <a:off x="5116401" y="8602915"/>
            <a:ext cx="2155991" cy="739501"/>
          </a:xfrm>
          <a:prstGeom prst="rect">
            <a:avLst/>
          </a:prstGeom>
          <a:noFill/>
          <a:ln>
            <a:noFill/>
          </a:ln>
        </p:spPr>
      </p:pic>
      <p:pic>
        <p:nvPicPr>
          <p:cNvPr id="174" name="Google Shape;174;p26"/>
          <p:cNvPicPr preferRelativeResize="0"/>
          <p:nvPr/>
        </p:nvPicPr>
        <p:blipFill>
          <a:blip r:embed="rId10">
            <a:alphaModFix/>
          </a:blip>
          <a:stretch>
            <a:fillRect/>
          </a:stretch>
        </p:blipFill>
        <p:spPr>
          <a:xfrm>
            <a:off x="186350" y="15826290"/>
            <a:ext cx="4433399" cy="214361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7"/>
          <p:cNvSpPr txBox="1">
            <a:spLocks noGrp="1"/>
          </p:cNvSpPr>
          <p:nvPr>
            <p:ph type="title"/>
          </p:nvPr>
        </p:nvSpPr>
        <p:spPr>
          <a:xfrm>
            <a:off x="738000" y="865002"/>
            <a:ext cx="13284600" cy="3600000"/>
          </a:xfrm>
          <a:prstGeom prst="rect">
            <a:avLst/>
          </a:prstGeom>
        </p:spPr>
        <p:txBody>
          <a:bodyPr spcFirstLastPara="1" wrap="square" lIns="211700" tIns="105850" rIns="211700" bIns="105850" anchor="ctr" anchorCtr="0">
            <a:noAutofit/>
          </a:bodyPr>
          <a:lstStyle/>
          <a:p>
            <a:pPr marL="0" lvl="0" indent="0" algn="ctr" rtl="0">
              <a:spcBef>
                <a:spcPts val="0"/>
              </a:spcBef>
              <a:spcAft>
                <a:spcPts val="0"/>
              </a:spcAft>
              <a:buNone/>
            </a:pPr>
            <a:endParaRPr/>
          </a:p>
        </p:txBody>
      </p:sp>
      <p:pic>
        <p:nvPicPr>
          <p:cNvPr id="180" name="Google Shape;180;p27"/>
          <p:cNvPicPr preferRelativeResize="0"/>
          <p:nvPr/>
        </p:nvPicPr>
        <p:blipFill>
          <a:blip r:embed="rId3">
            <a:alphaModFix/>
          </a:blip>
          <a:stretch>
            <a:fillRect/>
          </a:stretch>
        </p:blipFill>
        <p:spPr>
          <a:xfrm>
            <a:off x="152400" y="14384601"/>
            <a:ext cx="14607601" cy="7063001"/>
          </a:xfrm>
          <a:prstGeom prst="rect">
            <a:avLst/>
          </a:prstGeom>
          <a:noFill/>
          <a:ln>
            <a:noFill/>
          </a:ln>
        </p:spPr>
      </p:pic>
      <p:pic>
        <p:nvPicPr>
          <p:cNvPr id="181" name="Google Shape;181;p27"/>
          <p:cNvPicPr preferRelativeResize="0"/>
          <p:nvPr/>
        </p:nvPicPr>
        <p:blipFill>
          <a:blip r:embed="rId4">
            <a:alphaModFix/>
          </a:blip>
          <a:stretch>
            <a:fillRect/>
          </a:stretch>
        </p:blipFill>
        <p:spPr>
          <a:xfrm>
            <a:off x="152400" y="4617402"/>
            <a:ext cx="7211100" cy="9614800"/>
          </a:xfrm>
          <a:prstGeom prst="rect">
            <a:avLst/>
          </a:prstGeom>
          <a:noFill/>
          <a:ln>
            <a:noFill/>
          </a:ln>
        </p:spPr>
      </p:pic>
      <p:pic>
        <p:nvPicPr>
          <p:cNvPr id="182" name="Google Shape;182;p27"/>
          <p:cNvPicPr preferRelativeResize="0"/>
          <p:nvPr/>
        </p:nvPicPr>
        <p:blipFill>
          <a:blip r:embed="rId5">
            <a:alphaModFix/>
          </a:blip>
          <a:stretch>
            <a:fillRect/>
          </a:stretch>
        </p:blipFill>
        <p:spPr>
          <a:xfrm>
            <a:off x="7515900" y="4617402"/>
            <a:ext cx="7091700" cy="9455600"/>
          </a:xfrm>
          <a:prstGeom prst="rect">
            <a:avLst/>
          </a:prstGeom>
          <a:noFill/>
          <a:ln>
            <a:noFill/>
          </a:ln>
        </p:spPr>
      </p:pic>
      <p:pic>
        <p:nvPicPr>
          <p:cNvPr id="183" name="Google Shape;183;p27"/>
          <p:cNvPicPr preferRelativeResize="0"/>
          <p:nvPr/>
        </p:nvPicPr>
        <p:blipFill>
          <a:blip r:embed="rId6">
            <a:alphaModFix/>
          </a:blip>
          <a:stretch>
            <a:fillRect/>
          </a:stretch>
        </p:blipFill>
        <p:spPr>
          <a:xfrm>
            <a:off x="647688" y="3875637"/>
            <a:ext cx="4198224" cy="3148675"/>
          </a:xfrm>
          <a:prstGeom prst="rect">
            <a:avLst/>
          </a:prstGeom>
          <a:noFill/>
          <a:ln>
            <a:noFill/>
          </a:ln>
        </p:spPr>
      </p:pic>
      <p:pic>
        <p:nvPicPr>
          <p:cNvPr id="184" name="Google Shape;184;p27"/>
          <p:cNvPicPr preferRelativeResize="0"/>
          <p:nvPr/>
        </p:nvPicPr>
        <p:blipFill>
          <a:blip r:embed="rId7">
            <a:alphaModFix/>
          </a:blip>
          <a:stretch>
            <a:fillRect/>
          </a:stretch>
        </p:blipFill>
        <p:spPr>
          <a:xfrm>
            <a:off x="10446887" y="11927225"/>
            <a:ext cx="3307729" cy="2239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849</Words>
  <Application>Microsoft Macintosh PowerPoint</Application>
  <PresentationFormat>Custom</PresentationFormat>
  <Paragraphs>217</Paragraphs>
  <Slides>3</Slides>
  <Notes>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vt:i4>
      </vt:variant>
    </vt:vector>
  </HeadingPairs>
  <TitlesOfParts>
    <vt:vector size="8" baseType="lpstr">
      <vt:lpstr>Arial</vt:lpstr>
      <vt:lpstr>Calibri</vt:lpstr>
      <vt:lpstr>Times New Roman</vt:lpstr>
      <vt:lpstr>Simple Light</vt:lpstr>
      <vt:lpstr>Office 主题​​</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Graves Zhang</cp:lastModifiedBy>
  <cp:revision>1</cp:revision>
  <dcterms:modified xsi:type="dcterms:W3CDTF">2020-12-04T02:23:08Z</dcterms:modified>
</cp:coreProperties>
</file>